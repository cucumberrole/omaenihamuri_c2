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8" r:id="rId3"/>
    <p:sldId id="271" r:id="rId4"/>
    <p:sldId id="264" r:id="rId5"/>
    <p:sldId id="263" r:id="rId6"/>
    <p:sldId id="262" r:id="rId7"/>
    <p:sldId id="265" r:id="rId8"/>
    <p:sldId id="261" r:id="rId9"/>
    <p:sldId id="259" r:id="rId10"/>
    <p:sldId id="269" r:id="rId11"/>
    <p:sldId id="267" r:id="rId12"/>
    <p:sldId id="266" r:id="rId13"/>
    <p:sldId id="270"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90" d="100"/>
          <a:sy n="90" d="100"/>
        </p:scale>
        <p:origin x="132" y="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4:22:13.6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157 79,'0'0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31.4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0,'1'2,"0"-1,0 1,0-1,0 1,0-1,0 0,0 1,0-1,0 0,1 0,-1 0,2 1,7 6,-5-1,0 0,0 1,-1-1,0 1,0 0,0 0,-1 0,-1 1,1-1,-1 1,1 11,-1 10,-2 59,-1-40,0-35,0 0,-6 21,4-20,0-1,0 17,2 329,3-173,-2-171,2-1,4 21,3 21,-8-39,6 22,-3-24,-1 0,0 17,-3 314,-1-165,2-164,1 0,4 20,-2-19,1 30,-4 311,-2-174,1 643,-1-811,-1 0,-4 19,2-17,-1 29,5 134,0-85,0-83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3.5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0,'-1'28,"1"-9,0 0,5 35,-4-48,0-1,1 1,-1-1,1 1,0-1,1 0,0 0,-1 0,1-1,1 1,-1-1,1 1,0-1,5 5,-6-7,1 0,-1 0,0 0,1-1,-1 1,1-1,0 0,-1 0,1 0,0 0,6 0,6-1,24-1,-16-1,216 1,-144 1,-78 1,-1 1,21 4,-19-2,30 1,217-4,-127-2,-127 0,0-1,0 0,-1 0,1-1,13-5,-12 4,0 0,0 0,23-1,52 4,-73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6.7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1,'23'0,"0"1,0 1,0 1,42 11,-57-10,0 0,0 0,0 1,0 0,-1 0,9 8,6 4,-19-13,1-1,-1 0,1 1,-1-1,0 1,0 0,-1 0,1 0,-1 1,0-1,0 1,0-1,-1 1,0-1,0 1,1 6,0 9,-1 0,-2 34,-1-18,2 140,0-160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2.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0,'0'389,"0"-374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5.0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0,'442'0,"-434"1,1 0,-1 0,0 1,1 0,-1 1,0-1,0 2,-1-1,9 5,24 11,-30-16,0-1,0 0,1 0,9 0,18 3,5 0,-1-1,86-3,-57-2,-64 0,1 1,0-1,-1-1,1 1,-1-1,0-1,13-5,-6 1,0 0,22-18,-27 19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9.93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1,'0'230,"1"-213,1-1,5 24,-4-22,3 32,-5 264,-2-152,1-147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1.8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1,'0'707,"0"-692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3.1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55 1,'0'3,"0"4,-3 1,-4 2,-1 2,-2-1,1 1,2 2,1 0,3 2,2 1,0 0,1-2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5.4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1,'0'6,"0"8,0 4,0 6,0 1,0 0,3-5,0-2,1-2,-1 0,-1-4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6.6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0,'0'3,"0"5,0 2,0 4,0-1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7.8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 1,'0'318,"-1"-300,-1 0,-4 19,2-18,-1 30,5 180,1-208,8 41,-1-14,-1 0,-2-25,0 23,-2-18,12 54,-9-57,-1 0,3 44,-9-16,0-30,1 0,1 0,6 32,14 39,-20-90,24 108,-25-109,0 0,1-1,0 1,-1 0,1-1,0 1,0-1,0 1,1-1,-1 0,0 1,1-1,0 0,-1 0,1 0,2 2,-1-2,0-1,0 1,0-1,1 1,-1-1,0 0,0 0,1-1,-1 1,1-1,-1 0,5 1,175-2,-63-1,620 2,-720 1,0 1,23 5,-3 1,-13-3,-20-3,-1-1,0 1,1-1,-1-1,12 1,-16-1,-1-1,1 1,0-1,0 1,0-1,-1 1,1-1,0 0,0 0,-1 0,1 0,-1 0,1 0,-1-1,0 1,1 0,-1-1,0 1,0-1,0 1,0-1,0 0,0 1,0-3,3-6,-1 1,-1-1,0 1,1-13,1-7,15-48,-12 52,-1 0,-1-1,-1 1,1-27,-6-531,2 570,0-1,6-22,-4 21,-1 1,2-17,-4-283,-1 152,1 147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9.4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0,'0'37,"-1"-19,0-1,2 0,0 0,6 29,16 56,-21-87,1 0,-2 0,0 21,-1-21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35.7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0,'7'0,"-1"1,1 0,-1 1,9 1,0 2,39 9,-28-6,0-1,30 2,361 12,647-22,-575 2,-474 0,1 0,20 5,20 3,-52-9,-1 0,1 0,-1 1,0-1,1 1,-1 0,0 0,1 0,4 3,-7-3,0 0,0 0,0 0,-1 0,1 0,0 0,0 0,0 0,-1 0,1 0,-1 0,1 0,-1 1,1-1,-1 0,0 0,1 1,-1-1,0 0,0 0,0 1,0-1,0 0,0 1,-1-1,1 0,0 0,-1 3,-2 4,0 0,-7 14,-2 4,7-13,1 0,0 0,1 0,1 0,0 0,0 1,2 15,1 23,-2 55,1-105,0 0,-1-1,1 1,-1 0,1 0,-1-1,0 1,1 0,-1-1,0 1,0-1,0 1,0-1,-1 0,1 1,0-1,-1 0,1 0,0 0,-1 0,1 0,-1 0,0 0,1 0,-1-1,0 1,1-1,-1 1,0-1,-2 1,-7 0,0 0,1-1,-1 0,-12-2,4 1,-421-2,244 4,174-2,0-1,-24-7,13 4,14 1,-28-10,34 10,0 0,-1 0,1 2,-26-3,11 4,-51-8,-45-9,84 13,0 2,-72 4,40 0,-528-1,591-1,-1 0,1 0,0-1,-13-4,21 6,-10-4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1:16.2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 1,'0'3,"0"4,0 4,0 2,0 3,0 2,0 0,0 0,0 1,0-1,0 0,-3-3,-1-1,0-3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3:56.9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36 0,'-1'3,"1"-1,-1 0,1 0,-1 1,0-1,-2 4,-4 12,4-1,-4 18,2 1,-2 51,8 425,-1-509,0-1,0 1,0 0,0 0,1-1,-1 1,1 0,0 0,-1-1,1 1,1-1,-1 1,0-1,1 1,-1-1,1 0,0 1,-1-1,1 0,0 0,0 0,1-1,-1 1,0 0,1-1,-1 0,0 1,1-1,3 1,30 13,2-2,-1-1,2-2,-1-2,1-2,43 3,195-8,-135-3,-40 2,0-6,120-20,-161 14,-19 2,-1 3,72-3,-87 8,-1-1,1-1,37-12,-36 10,-23 4,-1 1,1 0,0-1,-1 0,1 0,-1 0,0 0,0 0,0-1,0 0,0 1,0-1,-1 0,1 0,-1 0,0-1,0 1,2-5,2-6,0-1,-1-1,4-17,-4 14,23-102,-24 95,-1 1,-2-1,-2-35,1 23,-1 28,0 0,-1-1,0 1,-1 0,-6-16,5 14,0 0,0 0,-1-17,1 4,0 0,-9-29,8 39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3.7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227 0,'0'23,"-1"0,-1-1,-1 1,-2-1,-7 25,4-21,2 0,0 0,2 0,0 1,1 37,5 871,-3-512,2-403,1 1,6 23,-2-6,2 4,-4-25,3 30,-6-32,6 23,-3-24,1 25,-3-21,5 22,-4-23,0-1,0 20,-3 213,0-114,-2-116,0-1,-2 0,0 0,-10 30,11-40,3-7,0-1,0 1,0-1,0 1,-1-1,1 0,0 1,0-1,0 1,-1-1,1 1,0-1,0 1,-1-1,1 0,0 1,-1-1,1 0,-1 1,1-1,-1 0,1 0,0 1,-1-1,1 0,-1 0,1 0,-1 1,1-1,-1 0,0 0,0 0,0-1,0 1,0-1,-1 1,1-1,0 1,0-1,0 0,1 1,-1-1,0 0,0 0,-1-1,-4-5,1 0,-8-13,12 19,-12-21,3 7,1-1,1 0,-12-29,14 29,-1 1,0-1,-13-17,-7-16,22 37,-3-4,1 0,-7-22,10 23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5.2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0 305,'3'-1,"0"0,1 1,-1-1,0 0,-1-1,1 1,0 0,0-1,3-2,3-1,-4 3,11-6,0-1,0 0,-1-1,0-1,15-13,37-35,-23 21,-36 31,0 0,0 0,-1-1,0 0,-1-1,0 1,8-14,0-6,-9 16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3.0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2,'77'-1,"87"2,-145 2,0 0,33 10,6 2,-56-14,31 5,-1-1,49 2,317-8,-382 2,-1 1,-1 0,1 1,18 6,-12-3,23 4,6-2,-23-3,-1-1,31 0,-35-3,35 7,-34-5,33 2,-4-5,-36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4.6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1 168,'2'1,"1"1,0 0,0-1,0 0,1 0,-1 0,0 0,0 0,1-1,-1 1,0-1,5 0,1 1,87 6,-80-7,0-1,1 0,30-7,-37 5,0-1,-1 0,0-1,1 0,-2-1,1 1,15-15,-11 10,-2 3,0 0,0 1,0 0,22-7,-24 10,1-1,-1 1,0-2,-1 1,1-1,-1 0,0-1,0 0,8-9,-6 4,-1 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6.4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1,'0'12,"0"13,0 0,2 0,7 36,-5-42,12 31,-13-43,0 0,0-1,1 1,0-1,0 0,1 0,8 8,98 94,-102-100,0 0,13 7,7 7,1-1,-24-18,-1 0,0 0,0 1,0 0,-1 0,1 0,-1 1,6 8,11 17,-14-22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9:23.4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1,'0'883,"0"-868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0:33.3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1,'14'6,"-3"-1,15 2,2 0,-1-2,48 2,85-7,-69-1,2884 1,-2959 1,-1 0,21 5,-18-2,22 1,-14-3,-1 2,31 8,11 3,-9-6,0 3,84 28,-131-36,0-1,0-1,0 0,21 1,49-4,-38 0,449 0,-260 2,-230-2,0 1,0 0,1 1,-1-1,0 0,0 1,0-1,1 1,-1-1,0 1,0 0,0 0,0 0,0 0,3 3,-3-2,0 0,-1 1,1-1,-1 0,0 0,0 1,0-1,0 1,0-1,0 1,-1-1,1 1,-1 4,3 30,-5 67,0-28,0-46,-7 44,2-20,-9 32,9-59,-4 54,10-69,-1 0,-6 20,7-28,-2 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02.3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200 56,'1'13,"0"1,1 0,1 0,0-1,9 26,-4-20,-2 1,-1 1,0-1,-2 1,2 35,-4-9,-3 66,-1-99,1 0,-2-1,-5 16,5-19,1 0,0 1,1 0,0-1,0 1,0 14,3-24,-1 1,0 0,0-1,1 1,-1 0,1-1,-1 1,1 0,0-1,0 1,0-1,0 1,0-1,0 0,0 1,0-1,0 0,1 0,-1 0,0 0,1 0,-1 0,1 0,-1 0,1 0,-1-1,1 1,0-1,-1 1,1-1,0 0,1 1,9 0,-1 0,0-1,22-2,-14 0,177 1,-127 1,-66 0,0 0,-1 0,1 0,-1 0,1-1,-1 1,1-1,-1 0,1 1,-1-1,1 0,-1 0,0-1,4-1,-5 1,1 0,-1 0,1 0,-1 0,0 0,0 0,0 0,0 0,0 0,0-1,-1 1,1 0,-1-1,0 1,1 0,-1-4,-2-52,1 45,1 0,0 0,0 0,1 0,4-19,4 2,-4 15,-1 0,0-1,-1 1,1-23,-5-25,2-34,8 56,-6 31,0-1,-1 0,1-11,-3 19,0 0,0 0,0 1,-1-1,1 0,-1 0,1 1,-1-1,0 1,0-1,0 0,0 1,0 0,-1-1,1 1,-4-4,3 4,0 0,0 1,0-1,0 1,-1 0,1-1,0 1,-1 0,1 1,0-1,-4 0,-30-5,11 3,-20-3,0 2,-90 4,58 1,62-1,5-1,1 1,-1 0,0 1,1 0,0 0,-1 1,1 0,0 1,-16 6,9-2,0-1,-1 0,1-1,-1-1,-1-1,-21 2,38-4,-1-1,0 1,0-1,0 1,0-1,1 1,-1 0,0 0,1 0,-1 0,0 0,1 0,-1 0,1 1,0-1,-1 0,1 1,0-1,0 1,0-1,0 1,0 0,0 0,1-1,-1 1,0 0,1 0,-1 3,0 5,0 0,0 0,1 0,2 14,0-4,0 188,-3-133,2-64,0-1,1 1,4 14,-3-13,-1 1,2 11,-4-12,0-7,0 0,1-1,-1 1,1 0,3 8,-4-11,1-1,0 0,0 1,0-1,-1 0,1 1,1-1,-1 0,0 0,0 0,0 0,0 0,1 0,-1 0,1-1,-1 1,0 0,1-1,-1 1,1-1,0 1,1-1,6 2,-1-1,1 0,0 0,0-1,0 0,-1-1,1 1,0-2,0 1,-1-2,1 1,-1-1,0 0,0 0,0-1,0-1,0 1,-1-1,0 0,9-8,-13 10,0 1,0-1,0 1,0 0,1 0,-1 1,1-1,-1 1,1-1,0 1,0 0,-1 0,6 0,5 0,1 1,17 1,-12 0,-5-1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14.03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39,'-1'0,"0"0,1 1,-1-1,0 0,1 1,-1-1,1 0,-1 1,1-1,-1 0,1 1,-1-1,1 1,-1-1,1 1,-1-1,1 1,0 0,-1-1,1 1,0-1,0 1,-1 0,1-1,0 2,-6 21,4-11,-13 29,4-9,-14 58,18-57,3-18,2 1,-3 27,5-24,1 85,1-91,1-1,0 1,9 21,-1-1,3 9,-8-27,-1 1,-1-1,0 1,-1 0,1 23,-5-7,1-21,-1 1,4 21,-3-31,1 0,-1 0,1 0,0 0,0 0,0 0,0-1,0 1,0 0,0-1,1 1,-1-1,1 1,-1-1,1 0,0 0,-1 1,1-1,0 0,0-1,0 1,-1 0,1 0,0-1,0 1,0-1,3 1,7 0,0 0,0-1,19-1,-19 0,47 1,24-2,-73 0,-1 0,0-1,1 0,-2 0,1-1,0 0,-1-1,1 1,9-9,-8 6,0 1,0 0,1 1,0 0,15-5,-10 5,-5 2,-1 0,0 1,1 0,-1 1,1 0,0 0,15 2,-25-1,0 0,0 0,0 0,0 0,-1 0,1 0,0 0,0 0,0-1,0 1,0 0,0-1,0 1,0 0,0-1,-1 1,1-1,0 0,0 1,-1-1,1 1,0-1,-1 0,1 0,0 1,-1-1,1 0,-1 0,0 0,1 0,-1 1,0-1,1 0,-1 0,0 0,0-2,1-4,0 0,-1 0,0 0,-1-8,1 5,-1-10,-1-1,-8-37,6 31,1 1,1-1,1 0,3-30,-1-1,-1-260,0 316,1-1,-2 1,1-1,0 0,0 1,-1-1,1 1,-1-1,0 1,0 0,0-1,0 1,0 0,-3-4,2 4,0 1,1-1,-1 1,0 0,0 0,-1-1,1 1,0 1,0-1,0 0,-1 1,1-1,0 1,-1-1,1 1,-4 0,-123 1,44 1,-214-2,283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0.5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2997,'0'-24,"2"-1,6-30,-3 11,-1 1,-5-78,0 44,1-523,1 582,1 0,4-19,-3 18,3-30,-5-312,-3 174,2-923,1 1097,0 1,1 0,4-14,-3 12,0 1,0-20,-3-37,0 55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4.5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0,'0'408,"1"-386,1 0,1 0,9 29,-6-29,-2 1,4 45,-6-50,5 28,1 13,-7-42,7 24,-5-25,-1-1,2 18,-4 256,-1-136,2-139,1 1,6 25,-1-3,0 3,-2-20,-2 1,1 21,-5 205,1-237,-1 1,-1-1,-4 16,3-14,0 0,0 13,-8 44,5-35,-8 39,-6 51,17-83,5 76,1-97,2-1,0 0,1 0,10 23,-15-40,4 10,7 16,-2 1,12 49,-19-46,-1 0,-3 51,0-21,1 149,0-196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6.39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1,'3'0,"0"1,0-1,0 1,0 0,0 0,-1 0,5 3,5 1,15 4,1-1,0-1,0-1,1-2,-1-1,51-1,-60-3,1 0,0 1,0 0,0 2,0 0,24 6,-32-5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7.6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1,'13'1,"0"0,-1 1,21 6,2 0,76 6,-6-2,-71-8,0-2,41-2,-47 0,-11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8.8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0,'10'1,"-1"0,0 1,1 0,13 5,6 1,6-1,1-2,48 1,74-7,-55-1,-25 2,-63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9.8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0,'6'1,"-1"0,1 0,0 1,0-1,0 1,9 5,19 5,1-5,41 1,-16-2,24 0,108-5,-87-3,-17 3,-73-1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5.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0,'918'0,"-903"0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7.3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511 1,'-6'0,"0"1,-1 0,1 0,0 0,0 1,-11 4,-35 20,33-16,10-4,0 1,0 0,0 0,1 0,-12 15,8-10,-17 15,-73 46,74-59,24-12,1-1,-1 0,1 1,-1 0,1 0,0 0,-1 0,1 1,0-1,1 1,-1-1,0 1,1 0,-4 5,-22 51,-5 9,26-56,1-1,0 1,0 0,-4 16,9-24,0 0,0-1,1 1,-1 0,1 0,0 0,0 0,0-1,1 1,-1 0,1 0,0-1,0 1,0 0,0-1,1 1,0-1,-1 1,4 3,-2-3,0 0,1 0,-1-1,1 1,0-1,1 1,-1-1,0 0,7 3,2-1,0 0,16 4,2 0,21 11,-33-11,30 7,-25-9,-1 0,26 12,-21-7,0-2,47 11,17 0,-79-19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2.6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283 1,'1'3,"0"0,0 0,0 0,0 0,0-1,0 1,3 3,2 5,-2 1,0 0,-1 0,0 0,-1 1,2 21,-4 65,-2-48,2 286,-1-314,-7 37,0 10,6 228,4-153,-2 439,-3-571,3-13,0 0,0 0,0 0,0 0,0 0,-1 0,1 0,0 0,0 0,0 0,0 0,-1 0,1 0,0 0,0 0,0 0,0 0,-1 0,1 0,0 0,0 0,0 0,0 0,0 0,-1-1,1 1,0 0,0 0,0 0,0 0,0 0,0 0,0-1,-1 1,1 0,0 0,-12-21,11 19,-7-12,-1 0,-12-14,11 15,1 0,-10-17,8 9,-1 0,-14-19,19 31,-1 0,0 0,-1 1,1 0,-21-14,26 20,-6-3,1-1,-1-1,-8-8,15 13,-1-1,1 1,0-1,0 0,0 0,1 0,-1 0,1 0,0-1,0 1,0 0,0-1,-1-4,-5-38,3 28,-1-24,4 28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4.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0 562,'65'1,"77"-2,-129 0,0-1,0 0,-1-1,1 0,0-1,-1 0,0-1,18-11,4-4,46-37,-60 41,-11 9,-1-1,0 0,-1 0,10-14,13-15,-12 16,0 0,-2-1,15-26,8-16,-35 56,-1 1,0-1,0 1,3-14,-4 12,1-1,7-15,-7 18,0 1,-1-1,0 0,0 0,2-13,-2 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8.16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0,'925'0,"-873"3,73 12,-70-7,62 2,459-10,-255-1,-251 1,-56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9.6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0 294,'227'-105,"-205"96,132-58,-128 55,1 2,0 1,49-10,13-5,-70 19,34-4,-37 6,0 0,0 0,21-8,-26 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0.74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0,'1'3,"-1"0,1 0,-1 0,1 0,0 0,0 0,1-1,-1 1,1 0,-1-1,1 1,0-1,-1 0,1 0,5 4,3 3,23 16,-31-23,51 32,1-2,2-2,77 29,-51-29,156 34,-227-62,71 19,-66-16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2.3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90,'734'0,"-660"-2,-1-3,0-4,136-33,-202 40,21-6,0 1,0 2,1 1,51-2,-48 7,-17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5.2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1 321,'82'-83,"-67"70,1 1,1 0,30-17,146-74,-165 86,29-21,-51 35,7-7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6.7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1,'0'1,"1"-1,-1 1,0 0,0 0,1 0,-1 0,1-1,-1 1,1 0,-1 0,1-1,-1 1,1 0,0-1,-1 1,1 0,1 0,15 10,-9-6,69 55,-22-15,-45-38,0-1,13 6,15 10,-12-5,0 0,1-2,1-2,0 0,1-1,0-2,61 12,-1-5,-3-1,-78-14,0 1,0 0,0 1,-1 0,1 0,-1 0,0 1,13 12,-1-2,-10-7,-1-1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43.8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3.2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0,'-1'18,"-1"1,-1-1,-9 34,-1 1,-23 110,27-113,3-1,0 56,5-1,3 103,2-169,3 0,16 58,-12-57,12 80,-15-44,4 65,-13 207,1-347,0 4,0-1,0 0,1 0,-1 0,2 5,-2-7,0-1,1 1,-1-1,0 1,0-1,1 0,-1 1,0-1,1 1,-1-1,0 0,1 1,-1-1,0 0,1 0,-1 1,1-1,-1 0,1 0,-1 0,1 1,-1-1,1 0,-1 0,0 0,1 0,-1 0,1 0,-1 0,1 0,-1 0,1 0,-1 0,1-1,-1 1,1 0,-1 0,1 0,-1-1,0 1,1 0,-1 0,1-1,-1 1,1-1,6-4,0-1,-1 0,0 0,0-1,0 0,-1 0,1 0,-2 0,6-10,16-25,-8 18,1 1,1 0,1 2,27-22,-32 30,25-27,0 0,9-9,-43 41,7-6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4.9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222 375,'-4'-17,"-13"-28,14 39,-2-7,0 1,-1 0,0 1,-1-1,0 1,-1 1,-15-18,7 10,0-1,1 0,2-1,-19-36,0 2,25 43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19.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1 413,'149'9,"-36"-2,137-5,-177-2,-51 1,-1 2,0 0,-1 1,27 9,9 2,202 38,3-23,-143-24,270 8,-347-15,-41 1,0 0,1 0,-1 0,1 0,-1 0,0 0,1-1,-1 1,1 0,-1 0,0 0,1 0,-1 0,0-1,1 1,-1 0,0 0,1-1,-1 1,0 0,0 0,1-1,-1 1,0 0,0-1,0 1,1 0,-1-1,0 1,0-1,0 1,0-1,0 0,0 0,0 0,0-1,0 1,-1 0,1 0,0-1,-1 1,1 0,-2-2,-18-27,-7-1,-46-42,-39-23,62 54,9 8,-2 1,0 2,-2 2,-93-43,-22 7,146 59,3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792 0,'-1'1,"1"0,0 0,0 0,0 0,-1 0,1 0,-1 0,1 0,-1 0,1 0,-1-1,1 1,-1 0,0 0,1-1,-1 1,-1 1,-16 9,17-10,-29 13,-1-1,0-1,-38 9,-20 7,-30 21,-46 16,137-57,2 2,-1 1,-44 27,65-35,0 0,0 0,-1-1,1 0,0 0,-1 0,-10 0,2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0.5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98,'0'4,"1"-1,0 0,0 1,0-1,0 0,0 0,0 0,1 0,0 0,3 5,1 0,0 0,10 9,5 2,0-1,35 22,52 25,-47-30,85 52,-112-68,55 22,-38-19,-30-12,-9-5,0 0,-1 1,1 0,-1 1,16 13,33 27,-44-36,0 1,-1 1,0 1,-1 0,14 17,-13-12,1-1,21 19,-4-5,-32-31,0 1,1-1,-1 0,1 1,-1-1,1 0,-1 0,1 0,0 0,0-1,2 2,-4-2,0 0,1 0,-1 0,0 0,0 0,1 0,-1 0,0 0,0 0,1 0,-1 0,0 0,0-1,1 1,-1 0,0 0,0 0,0 0,1 0,-1 0,0-1,0 1,0 0,0 0,0 0,1-1,-1 1,0 0,0 0,0 0,0-1,0-14,-4-2,-1 1,-1 0,-15-31,-33-45,35 60,-11-18,3-2,-30-79,51 110,1-1,-5-41,6 34,1 7,-1-1,-1 0,-10-25,4 5,9 33,0 1,-1 0,0 0,-8-17,5 17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1.9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690 1,'-38'2,"-64"11,49-5,-12 2,9-1,-103 3,139-12,1 0,-1 1,0 1,-19 5,-47 11,74-15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07.9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10.3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4.7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33,'0'319,"1"-304,1 0,6 27,-1-8,-6-28,1 0,0 0,0 0,1 0,0-1,0 1,0 0,1-1,5 7,7 6,20 18,-32-32,16 14,-9-8,18 20,-25-25,-1 0,1 0,-1 0,0 0,-1 0,0 1,4 10,-5-11,1 0,0-1,0 1,0-1,0 0,1 0,0 1,-1-2,2 1,-1 0,0 0,1-1,-1 0,1 0,0 0,0 0,1-1,4 3,8 2,0 0,1-2,29 7,13 3,0 7,26 8,-37-15,0-3,1-2,0-2,86 3,-108-12,214-10,-174 3,-6-1,82 0,-117 10,-13 0,0-1,1 0,-1-1,0-1,14-3,-5-1,0 0,37-16,1-4,-10 5,55-32,-103 51,0 0,0 0,-1 0,1-1,-1 1,0 0,1-1,-1 0,0 1,-1-1,1 0,0 0,1-6,1-1,-1-1,2-20,5-14,-10 45,7-21,0-1,-1 1,-2-1,0 0,1-32,-5 8,-2-68,-1 90,-1 1,-14-44,11 47,1 0,2-1,0 1,-2-31,6 34,0 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7.1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0,'0'0,"-1"0,0 0,1 1,-1-1,0 0,1 0,-1 1,0-1,1 0,-1 1,1-1,-1 0,1 1,-1-1,0 1,1-1,0 1,-1-1,1 1,-1 0,1-1,0 1,-1-1,1 1,0 0,0-1,0 1,-1 0,1-1,0 1,0 0,0 0,0-1,0 1,0 0,0-1,1 2,-1 1,0 1,0-1,1 0,0 0,0 0,1 6,0-7,0 1,-1 0,1-1,0 1,0-1,1 1,-1-1,0 0,1 0,0 0,-1 0,1-1,0 1,0-1,0 1,0-1,0 0,0 0,4 0,6 1,1 0,-1-1,19-1,-16 0,609-3,-607 2,1-1,18-4,-17 3,30-3,366 6,-200 1,-197-2,1-1,26-7,-8 2,0-1,-23 5,-1 0,25-1,49 5,-73-1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4.0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1 871,'25'-8,"-1"-1,0-1,37-20,-27 12,120-67,-111 57,-28 17,1 1,29-14,-6 8,-22 10,0-1,0 0,-1-2,0 0,16-12,-7 4,1 0,0 2,36-16,-38 20,234-91,-167 73,135-24,100 7,9-6,59-5,-267 36,-34 3,150-3,-65 8,120-16,143 21,-274 9,-163-1,-2 1,0-1,0 0,1 0,-1 0,0 0,0 0,0 0,0-1,0 1,0-1,0 1,0-1,0 0,-1 0,1 0,0 0,0 0,-1 0,1 0,2-3,2-7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5.9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2504 1195,'-1'-3,"0"-1,0 0,0 1,0-1,0 1,-1-1,1 1,-1-1,0 1,-4-6,0 1,-19-29,-2 1,-1 1,-2 1,-2 2,0 1,-62-44,78 64,-2 1,1 0,-1 1,0 1,-32-10,-99-16,44 13,83 13,0 0,0-1,1-1,-35-23,11 6,-35-14,35 19,-60-40,91 51,0-1,0-1,-15-20,19 21,-1 0,-1 1,0 0,-24-17,-25-16,42 29,0 1,-23-11,8 6,-1 3,-1 1,-42-12,-227-30,150 32,63 10,21 4,-102-29,131 29,-16-7,56 17,0 0,0 1,0-1,0 0,1 0,-1-1,0 1,1 0,-1-1,1 1,-3-3,-3-6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1.1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0 110,'1'5,"0"0,0 0,0-1,1 1,0 0,2 4,1 4,6 20,-7-18,1-1,1 1,7 14,-7-18,-1 0,0 0,-1 1,0 0,-1 0,-1 0,2 22,-2 6,-3 42,-1-17,1-26,0-23,1 0,0 1,1-1,3 18,-3-32,0 0,-1 0,1 0,0 0,0 0,0 0,0 0,0 0,0-1,1 1,-1-1,1 1,-1-1,1 1,-1-1,1 0,0 1,0-1,0 0,0 0,-1-1,4 2,4 0,0 0,0 0,-1-1,12 0,9 2,20 3,37 7,-59-9,1-1,0-1,51-3,-20-1,-41 3,0 1,34 7,-50-9,0 1,0-1,0 1,1-1,-1 0,0 0,0 0,0 0,0 0,0-1,0 1,0 0,0-1,0 0,0 1,0-1,0 0,2-1,-3 0,1 1,-1-1,0 0,0 0,1 1,-1-1,0 0,0 0,-1 0,1 0,0 0,-1 0,1-1,-1 1,0 0,1 0,-1-4,-1-124,-1 45,2-162,0 236,2 0,-1 1,5-14,2-24,-7 44,-1 0,0 0,0 0,-1 0,1-1,-1 1,0 0,0 0,-3-6,3 9,1-1,-1 1,-1-1,1 1,0-1,0 1,0-1,-1 1,1 0,-1 0,1 0,-1 0,1 0,-1 0,0 0,-3-1,-2 0,-1 0,-15-2,-11-3,18 0,1-1,-29-19,-13-7,50 31,0 0,-1 0,1 1,-1-1,1 2,-13-2,13 2,0 0,0 1,0 0,0 0,-1 1,1 0,0 0,0 1,1 0,-1 0,-11 5,-14 9,-1-1,-1-1,-43 10,61-21,-1-1,1-1,0 0,-18-2,17 1,2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7.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36,'0'5,"1"-1,0 0,0 0,0 1,3 6,2 11,3 19,-5-25,0 0,-2 0,2 18,-3-9,6 27,-3-28,1 33,-4-36,2-1,0-1,1 1,1 0,1-1,0 0,2 0,0-1,13 22,-6-11,-10-18,0-1,1 0,13 18,-16-25,0 0,-1 0,1 0,0-1,1 1,-1-1,0 0,1 0,-1 0,1-1,0 1,0-1,-1 0,1 0,7 1,19 0,52-2,9 0,-37 6,-24-2,39-1,-68-2,1-2,-1 1,1 0,-1 0,1 0,-1-1,0 1,1 0,-1-1,0 1,1-1,-1 0,0 0,1 1,-1-1,0 0,0 0,0 0,0 0,0 0,0 0,0 0,0-1,-1 1,1 0,0 0,-1-1,1 1,-1 0,1-1,-1 1,0-1,1-1,0-1,0 1,0 0,0 0,1 0,-1 0,4-4,6-7,-6 8,-1 1,1-1,-1 1,0-1,-1 0,1-1,-1 1,0-1,-1 1,0-1,3-12,-3-2,-1 1,-1-1,-3-24,2 39,0 0,-1 0,0 0,0 1,-1-1,-2-5,1 5,2 0,-1 0,1-1,-4-11,-7-77,9 69,2 0,0-1,3-36,0 18,3 20,-3 21,-1 1,1-1,0 0,-1 0,0 0,0-5,-1 8,1 1,0-1,-1 0,1 0,-1 0,1 0,-1 1,1-1,-1 0,0 0,1 1,-1-1,0 1,0-1,1 1,-1-1,0 1,0-1,0 1,0-1,0 1,0 0,1 0,-1 0,0-1,-2 1,-28-1,26 1,0 0,-24 1,0-1,-54-8,44 3,-1 1,-75 4,45 2,-89-2,144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65EF85-812A-4BBB-9926-D0A1AE812AC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9582936-EBBE-4EF4-84D6-1A4BCCF324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079E2D3-D99B-453A-94FB-B00262DA1137}"/>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19BA19BA-E9DA-40BB-9624-D02F3ED3D4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825E2B-0465-4D3E-8DDF-DED265E45B8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965674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AA8621-6C51-4495-BE03-714267BCBEF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DA1454-37A5-4637-B9CE-6C05DA8E30F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D3BB63-9E14-47B0-9B06-6D2D9F65C7FD}"/>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BDEB4649-924A-4D21-8A24-BACFB78222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403302-7368-431F-8B6F-9B29FB5C75F2}"/>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3488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AEFFC7-EC05-48FB-A311-AA6A9D21D34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7E55FB-A970-4F2D-B425-6DBBB85CAE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101CBE8-C42C-4755-839C-B62AC9D91B3B}"/>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1E48CEEE-CA02-4662-B427-2031B4734E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C9B1E4-73C1-4D3E-81FD-32A1F422A26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26913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9DD599-46A0-4973-B51B-D61C2A61364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A7B874-F55A-457C-8AEF-8BC9AC69012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5A729EF-A8E3-48D3-8FF9-89B9ACC5BDA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7984CC0-E6B9-4899-9C36-9309CE09E2D7}"/>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CF38B58B-C1D2-415D-9EF5-5A7E47FFDF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C0747F4-4507-436A-A5AE-D56CCCF03469}"/>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881204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DC9245-03EB-4862-B72C-DD6CF65460E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8A6A3B-01B7-416F-B105-59ECE7D3B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AF3F459-5C3E-40FE-B86A-C7165CE2348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B97EB5E-A2A7-4E63-BA3C-E9A251393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177403-BAB9-4EA2-883C-55B3A381224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E55D5C0-CF55-4F1B-9682-A71520E4B58A}"/>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8" name="フッター プレースホルダー 7">
            <a:extLst>
              <a:ext uri="{FF2B5EF4-FFF2-40B4-BE49-F238E27FC236}">
                <a16:creationId xmlns:a16="http://schemas.microsoft.com/office/drawing/2014/main" id="{3245FE7D-F661-4A87-84E7-A98E6189477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6092AAE-AF09-4B25-A06F-7E9814E6A3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50915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73E57C-923D-4A52-B13E-DB6E563034A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0265C83-9A60-47EF-9BA8-C7E21340546A}"/>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4" name="フッター プレースホルダー 3">
            <a:extLst>
              <a:ext uri="{FF2B5EF4-FFF2-40B4-BE49-F238E27FC236}">
                <a16:creationId xmlns:a16="http://schemas.microsoft.com/office/drawing/2014/main" id="{8466A88C-4CE8-4C4C-B7F7-ECF8694A73F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BA06A9B-01DF-483E-9275-3A19CC844A9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73722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F443D53-CFE5-419C-9392-C0A73DF36C1C}"/>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3" name="フッター プレースホルダー 2">
            <a:extLst>
              <a:ext uri="{FF2B5EF4-FFF2-40B4-BE49-F238E27FC236}">
                <a16:creationId xmlns:a16="http://schemas.microsoft.com/office/drawing/2014/main" id="{D9803EE0-41D1-41DB-B1D5-733CA610D29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EB711B-0C7C-4F64-B853-810AC8BAF1A4}"/>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65274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4F482B-DC21-4FAC-8300-5AE669A3EC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DF8664-AF1A-4FE6-8CA3-7F06FA289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5DFD23D-B8DA-45B6-AB21-950485687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6D4D5C-A005-435F-BA4B-4C7B7150299A}"/>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B8AEA919-54EA-4C3D-9752-1C7A4C27BA0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42243CB-41E4-4CE3-8759-A6BBE2E962A7}"/>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37603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7EF0A9-822E-4045-B83C-1B3E7932E65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B735C8-5A2F-4EAD-A039-BA51E79E3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A5BB0D2-6A2B-46CB-9AE0-2D011E7F7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89C980-00CE-4E5F-9C5C-7E8D986BBF57}"/>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C3E59A3B-8A17-4125-A563-5801B92A2A6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C9EC22-A94F-41AD-AAD5-043E8E1C7DF6}"/>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53488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566F2D-269C-41BF-806D-FFD46B68FE4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DFEFAD-64F5-486B-B6D7-56BBA96818E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E8520E-8C41-435C-BE13-9EE8521B5E0F}"/>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57C5AC6A-A5D5-4A73-B210-26BDB55167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AEDDAE-47D2-4C4B-8DEB-9CC77981A64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028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0BEACCF-2FE6-4C46-9C4B-5B58E7E4F3E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64F120-BEBE-4B6F-9C2A-D80D03CC825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0E7166-8C00-429D-BBFC-3E84907BF328}"/>
              </a:ext>
            </a:extLst>
          </p:cNvPr>
          <p:cNvSpPr>
            <a:spLocks noGrp="1"/>
          </p:cNvSpPr>
          <p:nvPr>
            <p:ph type="dt" sz="half" idx="10"/>
          </p:nvPr>
        </p:nvSpPr>
        <p:spPr/>
        <p:txBody>
          <a:bodyPr/>
          <a:lstStyle/>
          <a:p>
            <a:fld id="{B146861F-B84E-4F8F-B778-4C6AB3A412B9}"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D8782DC5-63F6-4503-9BA9-CA56D5159B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037B76-5D65-4156-A483-A066DCDC82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878723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B2C99BF-27C7-44B4-9A10-A67CE1A2B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8BA6D3-D71A-4B72-B21B-0C147422F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CBE3E3-E099-46FF-A481-AAC53A190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6861F-B84E-4F8F-B778-4C6AB3A412B9}"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1D256E92-5076-4C81-A5BC-1103A44389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F25998E-4B1C-4BB3-A0A7-270D374AD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852578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2.png"/><Relationship Id="rId42" Type="http://schemas.openxmlformats.org/officeDocument/2006/relationships/customXml" Target="../ink/ink20.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3.xml"/><Relationship Id="rId84" Type="http://schemas.openxmlformats.org/officeDocument/2006/relationships/image" Target="../media/image44.png"/><Relationship Id="rId89" Type="http://schemas.openxmlformats.org/officeDocument/2006/relationships/image" Target="../media/image46.png"/><Relationship Id="rId112" Type="http://schemas.openxmlformats.org/officeDocument/2006/relationships/customXml" Target="../ink/ink56.xml"/><Relationship Id="rId16" Type="http://schemas.openxmlformats.org/officeDocument/2006/relationships/customXml" Target="../ink/ink7.xml"/><Relationship Id="rId107" Type="http://schemas.openxmlformats.org/officeDocument/2006/relationships/image" Target="../media/image54.png"/><Relationship Id="rId11" Type="http://schemas.openxmlformats.org/officeDocument/2006/relationships/image" Target="../media/image7.png"/><Relationship Id="rId32" Type="http://schemas.openxmlformats.org/officeDocument/2006/relationships/customXml" Target="../ink/ink15.xml"/><Relationship Id="rId37" Type="http://schemas.openxmlformats.org/officeDocument/2006/relationships/image" Target="../media/image20.png"/><Relationship Id="rId53" Type="http://schemas.openxmlformats.org/officeDocument/2006/relationships/image" Target="../media/image28.png"/><Relationship Id="rId58" Type="http://schemas.openxmlformats.org/officeDocument/2006/relationships/customXml" Target="../ink/ink28.xml"/><Relationship Id="rId74" Type="http://schemas.openxmlformats.org/officeDocument/2006/relationships/image" Target="../media/image39.png"/><Relationship Id="rId79" Type="http://schemas.openxmlformats.org/officeDocument/2006/relationships/customXml" Target="../ink/ink38.xml"/><Relationship Id="rId102" Type="http://schemas.openxmlformats.org/officeDocument/2006/relationships/customXml" Target="../ink/ink51.xml"/><Relationship Id="rId5" Type="http://schemas.openxmlformats.org/officeDocument/2006/relationships/image" Target="../media/image4.png"/><Relationship Id="rId90" Type="http://schemas.openxmlformats.org/officeDocument/2006/relationships/customXml" Target="../ink/ink44.xml"/><Relationship Id="rId95" Type="http://schemas.openxmlformats.org/officeDocument/2006/relationships/image" Target="../media/image49.png"/><Relationship Id="rId22" Type="http://schemas.openxmlformats.org/officeDocument/2006/relationships/customXml" Target="../ink/ink10.xml"/><Relationship Id="rId27"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6.png"/><Relationship Id="rId113" Type="http://schemas.openxmlformats.org/officeDocument/2006/relationships/image" Target="../media/image57.png"/><Relationship Id="rId80" Type="http://schemas.openxmlformats.org/officeDocument/2006/relationships/image" Target="../media/image42.png"/><Relationship Id="rId85" Type="http://schemas.openxmlformats.org/officeDocument/2006/relationships/customXml" Target="../ink/ink41.xml"/><Relationship Id="rId12" Type="http://schemas.openxmlformats.org/officeDocument/2006/relationships/customXml" Target="../ink/ink5.xml"/><Relationship Id="rId17" Type="http://schemas.openxmlformats.org/officeDocument/2006/relationships/image" Target="../media/image10.png"/><Relationship Id="rId33" Type="http://schemas.openxmlformats.org/officeDocument/2006/relationships/image" Target="../media/image18.png"/><Relationship Id="rId38" Type="http://schemas.openxmlformats.org/officeDocument/2006/relationships/customXml" Target="../ink/ink18.xml"/><Relationship Id="rId59" Type="http://schemas.openxmlformats.org/officeDocument/2006/relationships/image" Target="../media/image31.png"/><Relationship Id="rId103" Type="http://schemas.openxmlformats.org/officeDocument/2006/relationships/image" Target="../media/image52.png"/><Relationship Id="rId108" Type="http://schemas.openxmlformats.org/officeDocument/2006/relationships/customXml" Target="../ink/ink54.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customXml" Target="../ink/ink36.xml"/><Relationship Id="rId91" Type="http://schemas.openxmlformats.org/officeDocument/2006/relationships/image" Target="../media/image47.png"/><Relationship Id="rId96" Type="http://schemas.openxmlformats.org/officeDocument/2006/relationships/customXml" Target="../ink/ink47.xml"/><Relationship Id="rId1" Type="http://schemas.openxmlformats.org/officeDocument/2006/relationships/slideLayout" Target="../slideLayouts/slideLayout7.xml"/><Relationship Id="rId6" Type="http://schemas.openxmlformats.org/officeDocument/2006/relationships/customXml" Target="../ink/ink2.xml"/><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6.png"/><Relationship Id="rId57" Type="http://schemas.openxmlformats.org/officeDocument/2006/relationships/image" Target="../media/image30.png"/><Relationship Id="rId106" Type="http://schemas.openxmlformats.org/officeDocument/2006/relationships/customXml" Target="../ink/ink53.xml"/><Relationship Id="rId10" Type="http://schemas.openxmlformats.org/officeDocument/2006/relationships/customXml" Target="../ink/ink4.xml"/><Relationship Id="rId31" Type="http://schemas.openxmlformats.org/officeDocument/2006/relationships/image" Target="../media/image17.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4.png"/><Relationship Id="rId73" Type="http://schemas.openxmlformats.org/officeDocument/2006/relationships/image" Target="../media/image38.png"/><Relationship Id="rId78" Type="http://schemas.openxmlformats.org/officeDocument/2006/relationships/image" Target="../media/image41.png"/><Relationship Id="rId81" Type="http://schemas.openxmlformats.org/officeDocument/2006/relationships/customXml" Target="../ink/ink39.xml"/><Relationship Id="rId86" Type="http://schemas.openxmlformats.org/officeDocument/2006/relationships/image" Target="../media/image45.png"/><Relationship Id="rId94" Type="http://schemas.openxmlformats.org/officeDocument/2006/relationships/customXml" Target="../ink/ink46.xml"/><Relationship Id="rId99" Type="http://schemas.openxmlformats.org/officeDocument/2006/relationships/image" Target="../media/image51.png"/><Relationship Id="rId101" Type="http://schemas.openxmlformats.org/officeDocument/2006/relationships/customXml" Target="../ink/ink50.xml"/><Relationship Id="rId4" Type="http://schemas.openxmlformats.org/officeDocument/2006/relationships/image" Target="../media/image310.png"/><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8.xml"/><Relationship Id="rId39" Type="http://schemas.openxmlformats.org/officeDocument/2006/relationships/image" Target="../media/image21.png"/><Relationship Id="rId109" Type="http://schemas.openxmlformats.org/officeDocument/2006/relationships/image" Target="../media/image55.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29.png"/><Relationship Id="rId76" Type="http://schemas.openxmlformats.org/officeDocument/2006/relationships/image" Target="../media/image40.png"/><Relationship Id="rId97" Type="http://schemas.openxmlformats.org/officeDocument/2006/relationships/image" Target="../media/image50.png"/><Relationship Id="rId104" Type="http://schemas.openxmlformats.org/officeDocument/2006/relationships/customXml" Target="../ink/ink52.xml"/><Relationship Id="rId7" Type="http://schemas.openxmlformats.org/officeDocument/2006/relationships/image" Target="../media/image5.png"/><Relationship Id="rId71" Type="http://schemas.openxmlformats.org/officeDocument/2006/relationships/image" Target="../media/image37.png"/><Relationship Id="rId92" Type="http://schemas.openxmlformats.org/officeDocument/2006/relationships/customXml" Target="../ink/ink45.xml"/><Relationship Id="rId2" Type="http://schemas.openxmlformats.org/officeDocument/2006/relationships/image" Target="../media/image3.png"/><Relationship Id="rId29" Type="http://schemas.openxmlformats.org/officeDocument/2006/relationships/image" Target="../media/image16.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4.png"/><Relationship Id="rId66" Type="http://schemas.openxmlformats.org/officeDocument/2006/relationships/customXml" Target="../ink/ink32.xml"/><Relationship Id="rId87" Type="http://schemas.openxmlformats.org/officeDocument/2006/relationships/customXml" Target="../ink/ink42.xml"/><Relationship Id="rId110" Type="http://schemas.openxmlformats.org/officeDocument/2006/relationships/customXml" Target="../ink/ink55.xml"/><Relationship Id="rId61" Type="http://schemas.openxmlformats.org/officeDocument/2006/relationships/image" Target="../media/image32.png"/><Relationship Id="rId82" Type="http://schemas.openxmlformats.org/officeDocument/2006/relationships/image" Target="../media/image43.png"/><Relationship Id="rId19" Type="http://schemas.openxmlformats.org/officeDocument/2006/relationships/image" Target="../media/image11.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19.png"/><Relationship Id="rId56" Type="http://schemas.openxmlformats.org/officeDocument/2006/relationships/customXml" Target="../ink/ink27.xml"/><Relationship Id="rId77" Type="http://schemas.openxmlformats.org/officeDocument/2006/relationships/customXml" Target="../ink/ink37.xml"/><Relationship Id="rId100" Type="http://schemas.openxmlformats.org/officeDocument/2006/relationships/customXml" Target="../ink/ink49.xml"/><Relationship Id="rId105" Type="http://schemas.openxmlformats.org/officeDocument/2006/relationships/image" Target="../media/image53.png"/><Relationship Id="rId8" Type="http://schemas.openxmlformats.org/officeDocument/2006/relationships/customXml" Target="../ink/ink3.xml"/><Relationship Id="rId51" Type="http://schemas.openxmlformats.org/officeDocument/2006/relationships/image" Target="../media/image27.png"/><Relationship Id="rId72" Type="http://schemas.openxmlformats.org/officeDocument/2006/relationships/customXml" Target="../ink/ink35.xml"/><Relationship Id="rId93" Type="http://schemas.openxmlformats.org/officeDocument/2006/relationships/image" Target="../media/image48.png"/><Relationship Id="rId98" Type="http://schemas.openxmlformats.org/officeDocument/2006/relationships/customXml" Target="../ink/ink48.xml"/><Relationship Id="rId3" Type="http://schemas.openxmlformats.org/officeDocument/2006/relationships/customXml" Target="../ink/ink1.xml"/><Relationship Id="rId25" Type="http://schemas.openxmlformats.org/officeDocument/2006/relationships/image" Target="../media/image14.png"/><Relationship Id="rId46" Type="http://schemas.openxmlformats.org/officeDocument/2006/relationships/customXml" Target="../ink/ink22.xml"/><Relationship Id="rId67" Type="http://schemas.openxmlformats.org/officeDocument/2006/relationships/image" Target="../media/image35.png"/><Relationship Id="rId20" Type="http://schemas.openxmlformats.org/officeDocument/2006/relationships/customXml" Target="../ink/ink9.xml"/><Relationship Id="rId41" Type="http://schemas.openxmlformats.org/officeDocument/2006/relationships/image" Target="../media/image22.png"/><Relationship Id="rId62" Type="http://schemas.openxmlformats.org/officeDocument/2006/relationships/customXml" Target="../ink/ink30.xml"/><Relationship Id="rId83" Type="http://schemas.openxmlformats.org/officeDocument/2006/relationships/customXml" Target="../ink/ink40.xml"/><Relationship Id="rId88" Type="http://schemas.openxmlformats.org/officeDocument/2006/relationships/customXml" Target="../ink/ink43.xml"/><Relationship Id="rId111"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8748628-6B75-4AAD-B6B3-58EBBB8EDE80}"/>
              </a:ext>
            </a:extLst>
          </p:cNvPr>
          <p:cNvSpPr txBox="1"/>
          <p:nvPr/>
        </p:nvSpPr>
        <p:spPr>
          <a:xfrm>
            <a:off x="186070" y="207335"/>
            <a:ext cx="11360889" cy="2031325"/>
          </a:xfrm>
          <a:prstGeom prst="rect">
            <a:avLst/>
          </a:prstGeom>
          <a:noFill/>
        </p:spPr>
        <p:txBody>
          <a:bodyPr wrap="square" rtlCol="0">
            <a:spAutoFit/>
          </a:bodyPr>
          <a:lstStyle/>
          <a:p>
            <a:r>
              <a:rPr kumimoji="1" lang="ja-JP" altLang="en-US" dirty="0"/>
              <a:t>お前には無理　ゲーム内容の詳細</a:t>
            </a:r>
            <a:endParaRPr kumimoji="1" lang="en-US" altLang="ja-JP" dirty="0"/>
          </a:p>
          <a:p>
            <a:r>
              <a:rPr kumimoji="1" lang="ja-JP" altLang="en-US" dirty="0"/>
              <a:t>・残機制で</a:t>
            </a:r>
            <a:r>
              <a:rPr kumimoji="1" lang="en-US" altLang="ja-JP" dirty="0"/>
              <a:t>5</a:t>
            </a:r>
            <a:r>
              <a:rPr kumimoji="1" lang="ja-JP" altLang="en-US" dirty="0"/>
              <a:t>残機→なくなり次第ゲームオーバー画面へ遷移　テンポを良くして、プレイヤーのストレスを</a:t>
            </a:r>
            <a:endParaRPr kumimoji="1" lang="en-US" altLang="ja-JP" dirty="0"/>
          </a:p>
          <a:p>
            <a:r>
              <a:rPr lang="ja-JP" altLang="en-US" dirty="0"/>
              <a:t>軽減したいので１ミスごとの演出はなるべく短くしてすぐリトライできるようにしたい。約、演出含め５秒とする。</a:t>
            </a:r>
            <a:endParaRPr kumimoji="1" lang="en-US" altLang="ja-JP" dirty="0"/>
          </a:p>
          <a:p>
            <a:r>
              <a:rPr lang="ja-JP" altLang="en-US" dirty="0"/>
              <a:t>・アクションは移動とジャンプ　二段ジャンプ</a:t>
            </a:r>
            <a:endParaRPr lang="en-US" altLang="ja-JP" dirty="0"/>
          </a:p>
          <a:p>
            <a:r>
              <a:rPr kumimoji="1" lang="ja-JP" altLang="en-US" dirty="0"/>
              <a:t>・やりこみ要素としてタイム・スコアをリザルト画面に表示する。</a:t>
            </a:r>
            <a:endParaRPr kumimoji="1" lang="en-US" altLang="ja-JP" dirty="0"/>
          </a:p>
          <a:p>
            <a:r>
              <a:rPr kumimoji="1" lang="ja-JP" altLang="en-US" dirty="0"/>
              <a:t>フローチャート</a:t>
            </a:r>
          </a:p>
        </p:txBody>
      </p:sp>
      <p:sp>
        <p:nvSpPr>
          <p:cNvPr id="3" name="正方形/長方形 2">
            <a:extLst>
              <a:ext uri="{FF2B5EF4-FFF2-40B4-BE49-F238E27FC236}">
                <a16:creationId xmlns:a16="http://schemas.microsoft.com/office/drawing/2014/main" id="{A4A85023-B836-49E7-97E8-AC7B07DD426E}"/>
              </a:ext>
            </a:extLst>
          </p:cNvPr>
          <p:cNvSpPr/>
          <p:nvPr/>
        </p:nvSpPr>
        <p:spPr>
          <a:xfrm>
            <a:off x="66850" y="267661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タイトル画面</a:t>
            </a:r>
          </a:p>
        </p:txBody>
      </p:sp>
      <p:sp>
        <p:nvSpPr>
          <p:cNvPr id="6" name="正方形/長方形 5">
            <a:extLst>
              <a:ext uri="{FF2B5EF4-FFF2-40B4-BE49-F238E27FC236}">
                <a16:creationId xmlns:a16="http://schemas.microsoft.com/office/drawing/2014/main" id="{20AF4F25-7CA9-4BED-9211-94307B6FF174}"/>
              </a:ext>
            </a:extLst>
          </p:cNvPr>
          <p:cNvSpPr/>
          <p:nvPr/>
        </p:nvSpPr>
        <p:spPr>
          <a:xfrm>
            <a:off x="4611414" y="2671595"/>
            <a:ext cx="1863052"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メインゲーム</a:t>
            </a:r>
            <a:endParaRPr kumimoji="1" lang="ja-JP" altLang="en-US" dirty="0"/>
          </a:p>
        </p:txBody>
      </p:sp>
      <p:sp>
        <p:nvSpPr>
          <p:cNvPr id="7" name="正方形/長方形 6">
            <a:extLst>
              <a:ext uri="{FF2B5EF4-FFF2-40B4-BE49-F238E27FC236}">
                <a16:creationId xmlns:a16="http://schemas.microsoft.com/office/drawing/2014/main" id="{0F114AF5-229B-4E42-9D04-64B5A8362C5B}"/>
              </a:ext>
            </a:extLst>
          </p:cNvPr>
          <p:cNvSpPr/>
          <p:nvPr/>
        </p:nvSpPr>
        <p:spPr>
          <a:xfrm>
            <a:off x="9539177" y="274048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リザルト画面</a:t>
            </a:r>
            <a:endParaRPr kumimoji="1" lang="ja-JP" altLang="en-US" dirty="0"/>
          </a:p>
        </p:txBody>
      </p:sp>
      <p:cxnSp>
        <p:nvCxnSpPr>
          <p:cNvPr id="5" name="直線矢印コネクタ 4">
            <a:extLst>
              <a:ext uri="{FF2B5EF4-FFF2-40B4-BE49-F238E27FC236}">
                <a16:creationId xmlns:a16="http://schemas.microsoft.com/office/drawing/2014/main" id="{B53A8E61-A99D-452F-87BE-62651817EA89}"/>
              </a:ext>
            </a:extLst>
          </p:cNvPr>
          <p:cNvCxnSpPr>
            <a:cxnSpLocks/>
          </p:cNvCxnSpPr>
          <p:nvPr/>
        </p:nvCxnSpPr>
        <p:spPr>
          <a:xfrm flipV="1">
            <a:off x="2717133" y="3485129"/>
            <a:ext cx="302700" cy="151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68FAD7A9-4B83-42F8-982D-77F3037EED32}"/>
              </a:ext>
            </a:extLst>
          </p:cNvPr>
          <p:cNvCxnSpPr>
            <a:cxnSpLocks/>
            <a:stCxn id="10" idx="3"/>
            <a:endCxn id="7" idx="1"/>
          </p:cNvCxnSpPr>
          <p:nvPr/>
        </p:nvCxnSpPr>
        <p:spPr>
          <a:xfrm>
            <a:off x="8816164" y="3479146"/>
            <a:ext cx="72301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フローチャート: 判断 9">
            <a:extLst>
              <a:ext uri="{FF2B5EF4-FFF2-40B4-BE49-F238E27FC236}">
                <a16:creationId xmlns:a16="http://schemas.microsoft.com/office/drawing/2014/main" id="{75CF246C-55E9-40E2-BECD-3594CD0A0876}"/>
              </a:ext>
            </a:extLst>
          </p:cNvPr>
          <p:cNvSpPr/>
          <p:nvPr/>
        </p:nvSpPr>
        <p:spPr>
          <a:xfrm>
            <a:off x="6735725" y="2620866"/>
            <a:ext cx="2080439" cy="1716559"/>
          </a:xfrm>
          <a:prstGeom prst="flowChartDecision">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クリアした？</a:t>
            </a:r>
          </a:p>
        </p:txBody>
      </p:sp>
      <p:cxnSp>
        <p:nvCxnSpPr>
          <p:cNvPr id="11" name="直線矢印コネクタ 10">
            <a:extLst>
              <a:ext uri="{FF2B5EF4-FFF2-40B4-BE49-F238E27FC236}">
                <a16:creationId xmlns:a16="http://schemas.microsoft.com/office/drawing/2014/main" id="{3E709534-D0A5-45E8-9D82-44699CFB7C29}"/>
              </a:ext>
            </a:extLst>
          </p:cNvPr>
          <p:cNvCxnSpPr>
            <a:cxnSpLocks/>
            <a:stCxn id="6" idx="3"/>
          </p:cNvCxnSpPr>
          <p:nvPr/>
        </p:nvCxnSpPr>
        <p:spPr>
          <a:xfrm>
            <a:off x="6474466" y="3410259"/>
            <a:ext cx="3273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4D94EA88-1885-44DF-B19A-8FBB89F88377}"/>
              </a:ext>
            </a:extLst>
          </p:cNvPr>
          <p:cNvSpPr txBox="1"/>
          <p:nvPr/>
        </p:nvSpPr>
        <p:spPr>
          <a:xfrm>
            <a:off x="8059482" y="2603516"/>
            <a:ext cx="1392866" cy="369332"/>
          </a:xfrm>
          <a:prstGeom prst="rect">
            <a:avLst/>
          </a:prstGeom>
          <a:noFill/>
        </p:spPr>
        <p:txBody>
          <a:bodyPr wrap="square" rtlCol="0">
            <a:spAutoFit/>
          </a:bodyPr>
          <a:lstStyle/>
          <a:p>
            <a:r>
              <a:rPr kumimoji="1" lang="en-US" altLang="ja-JP" dirty="0"/>
              <a:t>Yes</a:t>
            </a:r>
            <a:endParaRPr kumimoji="1" lang="ja-JP" altLang="en-US" dirty="0"/>
          </a:p>
        </p:txBody>
      </p:sp>
      <p:sp>
        <p:nvSpPr>
          <p:cNvPr id="18" name="テキスト ボックス 17">
            <a:extLst>
              <a:ext uri="{FF2B5EF4-FFF2-40B4-BE49-F238E27FC236}">
                <a16:creationId xmlns:a16="http://schemas.microsoft.com/office/drawing/2014/main" id="{1A24DAD7-39F2-45CB-9A8D-D6C669696751}"/>
              </a:ext>
            </a:extLst>
          </p:cNvPr>
          <p:cNvSpPr txBox="1"/>
          <p:nvPr/>
        </p:nvSpPr>
        <p:spPr>
          <a:xfrm>
            <a:off x="6666616" y="4153940"/>
            <a:ext cx="1392866" cy="369332"/>
          </a:xfrm>
          <a:prstGeom prst="rect">
            <a:avLst/>
          </a:prstGeom>
          <a:noFill/>
        </p:spPr>
        <p:txBody>
          <a:bodyPr wrap="square" rtlCol="0">
            <a:spAutoFit/>
          </a:bodyPr>
          <a:lstStyle/>
          <a:p>
            <a:r>
              <a:rPr lang="en-US" altLang="ja-JP" dirty="0"/>
              <a:t>No</a:t>
            </a:r>
            <a:endParaRPr kumimoji="1" lang="ja-JP" altLang="en-US" dirty="0"/>
          </a:p>
        </p:txBody>
      </p:sp>
      <p:cxnSp>
        <p:nvCxnSpPr>
          <p:cNvPr id="19" name="直線矢印コネクタ 18">
            <a:extLst>
              <a:ext uri="{FF2B5EF4-FFF2-40B4-BE49-F238E27FC236}">
                <a16:creationId xmlns:a16="http://schemas.microsoft.com/office/drawing/2014/main" id="{6F47E014-F4F0-473A-A818-16059639EA59}"/>
              </a:ext>
            </a:extLst>
          </p:cNvPr>
          <p:cNvCxnSpPr>
            <a:cxnSpLocks/>
          </p:cNvCxnSpPr>
          <p:nvPr/>
        </p:nvCxnSpPr>
        <p:spPr>
          <a:xfrm>
            <a:off x="7775945" y="4324793"/>
            <a:ext cx="0" cy="9914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6B323D98-FACC-4885-9A9D-B88C3AF624CE}"/>
              </a:ext>
            </a:extLst>
          </p:cNvPr>
          <p:cNvSpPr/>
          <p:nvPr/>
        </p:nvSpPr>
        <p:spPr>
          <a:xfrm>
            <a:off x="6369791" y="5273628"/>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GAME OVER</a:t>
            </a:r>
            <a:r>
              <a:rPr lang="ja-JP" altLang="en-US" dirty="0"/>
              <a:t>画面</a:t>
            </a:r>
            <a:endParaRPr kumimoji="1" lang="ja-JP" altLang="en-US" dirty="0"/>
          </a:p>
        </p:txBody>
      </p:sp>
      <p:cxnSp>
        <p:nvCxnSpPr>
          <p:cNvPr id="24" name="コネクタ: カギ線 23">
            <a:extLst>
              <a:ext uri="{FF2B5EF4-FFF2-40B4-BE49-F238E27FC236}">
                <a16:creationId xmlns:a16="http://schemas.microsoft.com/office/drawing/2014/main" id="{28FE39DA-45C5-4F39-9C3B-B8CDFA8918F2}"/>
              </a:ext>
            </a:extLst>
          </p:cNvPr>
          <p:cNvCxnSpPr>
            <a:stCxn id="7" idx="0"/>
            <a:endCxn id="3" idx="0"/>
          </p:cNvCxnSpPr>
          <p:nvPr/>
        </p:nvCxnSpPr>
        <p:spPr>
          <a:xfrm rot="16200000" flipV="1">
            <a:off x="6097491" y="-2027617"/>
            <a:ext cx="63870" cy="9472327"/>
          </a:xfrm>
          <a:prstGeom prst="bentConnector3">
            <a:avLst>
              <a:gd name="adj1" fmla="val 45791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FF650C87-32AD-4198-BCAB-A2C74BACCC34}"/>
              </a:ext>
            </a:extLst>
          </p:cNvPr>
          <p:cNvSpPr/>
          <p:nvPr/>
        </p:nvSpPr>
        <p:spPr>
          <a:xfrm>
            <a:off x="3017293" y="2910411"/>
            <a:ext cx="1167054" cy="113747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ステージ選択</a:t>
            </a:r>
          </a:p>
        </p:txBody>
      </p:sp>
      <p:cxnSp>
        <p:nvCxnSpPr>
          <p:cNvPr id="25" name="コネクタ: カギ線 24">
            <a:extLst>
              <a:ext uri="{FF2B5EF4-FFF2-40B4-BE49-F238E27FC236}">
                <a16:creationId xmlns:a16="http://schemas.microsoft.com/office/drawing/2014/main" id="{10D14F00-A193-4EA4-ACBC-727F984846AB}"/>
              </a:ext>
            </a:extLst>
          </p:cNvPr>
          <p:cNvCxnSpPr>
            <a:cxnSpLocks/>
            <a:stCxn id="22" idx="1"/>
            <a:endCxn id="3" idx="2"/>
          </p:cNvCxnSpPr>
          <p:nvPr/>
        </p:nvCxnSpPr>
        <p:spPr>
          <a:xfrm rot="10800000">
            <a:off x="1393263" y="4153940"/>
            <a:ext cx="4976529" cy="185835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05F003CB-D2F3-4329-8CAB-980BA14CFBD5}"/>
              </a:ext>
            </a:extLst>
          </p:cNvPr>
          <p:cNvCxnSpPr>
            <a:cxnSpLocks/>
            <a:stCxn id="20" idx="3"/>
          </p:cNvCxnSpPr>
          <p:nvPr/>
        </p:nvCxnSpPr>
        <p:spPr>
          <a:xfrm>
            <a:off x="4184347" y="3479147"/>
            <a:ext cx="36488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A081E39D-740D-4B02-B77C-D2149D0DDD0D}"/>
              </a:ext>
            </a:extLst>
          </p:cNvPr>
          <p:cNvSpPr txBox="1"/>
          <p:nvPr/>
        </p:nvSpPr>
        <p:spPr>
          <a:xfrm>
            <a:off x="8325293" y="4517508"/>
            <a:ext cx="2208395" cy="665864"/>
          </a:xfrm>
          <a:prstGeom prst="rect">
            <a:avLst/>
          </a:prstGeom>
          <a:noFill/>
        </p:spPr>
        <p:txBody>
          <a:bodyPr wrap="square" rtlCol="0">
            <a:spAutoFit/>
          </a:bodyPr>
          <a:lstStyle/>
          <a:p>
            <a:r>
              <a:rPr kumimoji="1" lang="ja-JP" altLang="en-US" dirty="0"/>
              <a:t>死亡演出後、２秒後に遷移</a:t>
            </a:r>
          </a:p>
        </p:txBody>
      </p:sp>
      <p:sp>
        <p:nvSpPr>
          <p:cNvPr id="21" name="テキスト ボックス 20">
            <a:extLst>
              <a:ext uri="{FF2B5EF4-FFF2-40B4-BE49-F238E27FC236}">
                <a16:creationId xmlns:a16="http://schemas.microsoft.com/office/drawing/2014/main" id="{C71EB0B0-3B60-488C-8956-8205DC261C56}"/>
              </a:ext>
            </a:extLst>
          </p:cNvPr>
          <p:cNvSpPr txBox="1"/>
          <p:nvPr/>
        </p:nvSpPr>
        <p:spPr>
          <a:xfrm>
            <a:off x="8502431" y="2554779"/>
            <a:ext cx="962284" cy="923330"/>
          </a:xfrm>
          <a:prstGeom prst="rect">
            <a:avLst/>
          </a:prstGeom>
          <a:noFill/>
        </p:spPr>
        <p:txBody>
          <a:bodyPr wrap="square" rtlCol="0">
            <a:spAutoFit/>
          </a:bodyPr>
          <a:lstStyle/>
          <a:p>
            <a:r>
              <a:rPr lang="ja-JP" altLang="en-US" dirty="0"/>
              <a:t>クリア演出後</a:t>
            </a:r>
            <a:endParaRPr lang="en-US" altLang="ja-JP" dirty="0"/>
          </a:p>
          <a:p>
            <a:r>
              <a:rPr kumimoji="1" lang="ja-JP" altLang="en-US" dirty="0"/>
              <a:t>２秒後</a:t>
            </a:r>
          </a:p>
        </p:txBody>
      </p:sp>
    </p:spTree>
    <p:extLst>
      <p:ext uri="{BB962C8B-B14F-4D97-AF65-F5344CB8AC3E}">
        <p14:creationId xmlns:p14="http://schemas.microsoft.com/office/powerpoint/2010/main" val="2920478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10E19D5-FE2E-492B-86D6-9BB4C1D4C712}"/>
              </a:ext>
            </a:extLst>
          </p:cNvPr>
          <p:cNvSpPr txBox="1"/>
          <p:nvPr/>
        </p:nvSpPr>
        <p:spPr>
          <a:xfrm>
            <a:off x="80303" y="69484"/>
            <a:ext cx="11694695" cy="646331"/>
          </a:xfrm>
          <a:prstGeom prst="rect">
            <a:avLst/>
          </a:prstGeom>
          <a:noFill/>
        </p:spPr>
        <p:txBody>
          <a:bodyPr wrap="square" rtlCol="0">
            <a:spAutoFit/>
          </a:bodyPr>
          <a:lstStyle/>
          <a:p>
            <a:r>
              <a:rPr lang="ja-JP" altLang="en-US" dirty="0"/>
              <a:t>マップ案だけのスライド　（寂しい）</a:t>
            </a:r>
            <a:endParaRPr kumimoji="1" lang="en-US" altLang="ja-JP" dirty="0"/>
          </a:p>
          <a:p>
            <a:endParaRPr kumimoji="1" lang="en-US" altLang="ja-JP" dirty="0"/>
          </a:p>
        </p:txBody>
      </p:sp>
      <p:sp>
        <p:nvSpPr>
          <p:cNvPr id="3" name="テキスト ボックス 2">
            <a:extLst>
              <a:ext uri="{FF2B5EF4-FFF2-40B4-BE49-F238E27FC236}">
                <a16:creationId xmlns:a16="http://schemas.microsoft.com/office/drawing/2014/main" id="{ADF6D381-B751-4D93-A8BA-CC5146E11992}"/>
              </a:ext>
            </a:extLst>
          </p:cNvPr>
          <p:cNvSpPr txBox="1"/>
          <p:nvPr/>
        </p:nvSpPr>
        <p:spPr>
          <a:xfrm>
            <a:off x="3319471" y="4716378"/>
            <a:ext cx="8542421" cy="646331"/>
          </a:xfrm>
          <a:prstGeom prst="rect">
            <a:avLst/>
          </a:prstGeom>
          <a:noFill/>
        </p:spPr>
        <p:txBody>
          <a:bodyPr wrap="square" rtlCol="0">
            <a:spAutoFit/>
          </a:bodyPr>
          <a:lstStyle/>
          <a:p>
            <a:endParaRPr kumimoji="1" lang="en-US" altLang="ja-JP" dirty="0"/>
          </a:p>
          <a:p>
            <a:endParaRPr kumimoji="1" lang="ja-JP" altLang="en-US" dirty="0"/>
          </a:p>
        </p:txBody>
      </p:sp>
      <p:pic>
        <p:nvPicPr>
          <p:cNvPr id="4" name="図 3">
            <a:extLst>
              <a:ext uri="{FF2B5EF4-FFF2-40B4-BE49-F238E27FC236}">
                <a16:creationId xmlns:a16="http://schemas.microsoft.com/office/drawing/2014/main" id="{31A6642C-6753-4C1E-B7B7-8AF05E454B4B}"/>
              </a:ext>
            </a:extLst>
          </p:cNvPr>
          <p:cNvPicPr>
            <a:picLocks noChangeAspect="1"/>
          </p:cNvPicPr>
          <p:nvPr/>
        </p:nvPicPr>
        <p:blipFill>
          <a:blip r:embed="rId2"/>
          <a:stretch>
            <a:fillRect/>
          </a:stretch>
        </p:blipFill>
        <p:spPr>
          <a:xfrm>
            <a:off x="1121526" y="1325170"/>
            <a:ext cx="10417068" cy="5293225"/>
          </a:xfrm>
          <a:prstGeom prst="rect">
            <a:avLst/>
          </a:prstGeom>
        </p:spPr>
      </p:pic>
    </p:spTree>
    <p:extLst>
      <p:ext uri="{BB962C8B-B14F-4D97-AF65-F5344CB8AC3E}">
        <p14:creationId xmlns:p14="http://schemas.microsoft.com/office/powerpoint/2010/main" val="204112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7BA48A4-86D1-4F25-8001-E6C1F2701CDB}"/>
              </a:ext>
            </a:extLst>
          </p:cNvPr>
          <p:cNvSpPr txBox="1"/>
          <p:nvPr/>
        </p:nvSpPr>
        <p:spPr>
          <a:xfrm>
            <a:off x="213978" y="1272338"/>
            <a:ext cx="9419117" cy="5909310"/>
          </a:xfrm>
          <a:prstGeom prst="rect">
            <a:avLst/>
          </a:prstGeom>
          <a:noFill/>
        </p:spPr>
        <p:txBody>
          <a:bodyPr wrap="square">
            <a:spAutoFit/>
          </a:bodyPr>
          <a:lstStyle/>
          <a:p>
            <a:r>
              <a:rPr lang="ja-JP" altLang="en-US" dirty="0">
                <a:latin typeface="HGS創英角ｺﾞｼｯｸUB" panose="020B0900000000000000" pitchFamily="50" charset="-128"/>
                <a:ea typeface="HGS創英角ｺﾞｼｯｸUB" panose="020B0900000000000000" pitchFamily="50" charset="-128"/>
              </a:rPr>
              <a:t>スコアについて</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簡単コースと難しいコースで仕様を分ける。</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a:t>
            </a:r>
            <a:r>
              <a:rPr lang="ja-JP" altLang="en-US" dirty="0">
                <a:solidFill>
                  <a:srgbClr val="92D050"/>
                </a:solidFill>
                <a:latin typeface="HGS創英角ｺﾞｼｯｸUB" panose="020B0900000000000000" pitchFamily="50" charset="-128"/>
                <a:ea typeface="HGS創英角ｺﾞｼｯｸUB" panose="020B0900000000000000" pitchFamily="50" charset="-128"/>
              </a:rPr>
              <a:t>簡単コース</a:t>
            </a:r>
            <a:endParaRPr lang="en-US" altLang="ja-JP" dirty="0">
              <a:solidFill>
                <a:srgbClr val="92D050"/>
              </a:solidFill>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初期スコア</a:t>
            </a:r>
            <a:r>
              <a:rPr kumimoji="1" lang="en-US" altLang="ja-JP" dirty="0">
                <a:latin typeface="HGS創英角ｺﾞｼｯｸUB" panose="020B0900000000000000" pitchFamily="50" charset="-128"/>
                <a:ea typeface="HGS創英角ｺﾞｼｯｸUB" panose="020B0900000000000000" pitchFamily="50" charset="-128"/>
              </a:rPr>
              <a:t>10000</a:t>
            </a:r>
            <a:r>
              <a:rPr kumimoji="1" lang="ja-JP" altLang="en-US" dirty="0">
                <a:latin typeface="HGS創英角ｺﾞｼｯｸUB" panose="020B0900000000000000" pitchFamily="50" charset="-128"/>
                <a:ea typeface="HGS創英角ｺﾞｼｯｸUB" panose="020B0900000000000000" pitchFamily="50" charset="-128"/>
              </a:rPr>
              <a:t>点でスタート　</a:t>
            </a:r>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減点方式</a:t>
            </a:r>
            <a:endParaRPr kumimoji="1"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・時間経過：１秒ごとに</a:t>
            </a:r>
            <a:r>
              <a:rPr lang="en-US" altLang="ja-JP" dirty="0">
                <a:latin typeface="HGS創英角ｺﾞｼｯｸUB" panose="020B0900000000000000" pitchFamily="50" charset="-128"/>
                <a:ea typeface="HGS創英角ｺﾞｼｯｸUB" panose="020B0900000000000000" pitchFamily="50" charset="-128"/>
              </a:rPr>
              <a:t>-10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・リトライ回数：１回死ぬごとに</a:t>
            </a:r>
            <a:r>
              <a:rPr lang="en-US" altLang="ja-JP" dirty="0">
                <a:latin typeface="HGS創英角ｺﾞｼｯｸUB" panose="020B0900000000000000" pitchFamily="50" charset="-128"/>
                <a:ea typeface="HGS創英角ｺﾞｼｯｸUB" panose="020B0900000000000000" pitchFamily="50" charset="-128"/>
              </a:rPr>
              <a:t>‐300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スコアボーナス</a:t>
            </a:r>
            <a:endParaRPr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・ノーミスクリア</a:t>
            </a:r>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en-US" altLang="ja-JP" dirty="0">
                <a:latin typeface="HGS創英角ｺﾞｼｯｸUB" panose="020B0900000000000000" pitchFamily="50" charset="-128"/>
                <a:ea typeface="HGS創英角ｺﾞｼｯｸUB" panose="020B0900000000000000" pitchFamily="50" charset="-128"/>
              </a:rPr>
              <a:t>+2000</a:t>
            </a:r>
            <a:r>
              <a:rPr kumimoji="1" lang="ja-JP" altLang="en-US" dirty="0">
                <a:latin typeface="HGS創英角ｺﾞｼｯｸUB" panose="020B0900000000000000" pitchFamily="50" charset="-128"/>
                <a:ea typeface="HGS創英角ｺﾞｼｯｸUB" panose="020B0900000000000000" pitchFamily="50" charset="-128"/>
              </a:rPr>
              <a:t>点</a:t>
            </a:r>
            <a:endParaRPr kumimoji="1"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・タイムボーナス　１分以内クリア</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+1000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ランクについて</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S</a:t>
            </a:r>
            <a:r>
              <a:rPr lang="ja-JP" altLang="en-US" dirty="0">
                <a:latin typeface="HGS創英角ｺﾞｼｯｸUB" panose="020B0900000000000000" pitchFamily="50" charset="-128"/>
                <a:ea typeface="HGS創英角ｺﾞｼｯｸUB" panose="020B0900000000000000" pitchFamily="50" charset="-128"/>
              </a:rPr>
              <a:t>～</a:t>
            </a:r>
            <a:r>
              <a:rPr lang="en-US" altLang="ja-JP" dirty="0">
                <a:latin typeface="HGS創英角ｺﾞｼｯｸUB" panose="020B0900000000000000" pitchFamily="50" charset="-128"/>
                <a:ea typeface="HGS創英角ｺﾞｼｯｸUB" panose="020B0900000000000000" pitchFamily="50" charset="-128"/>
              </a:rPr>
              <a:t>C</a:t>
            </a:r>
            <a:r>
              <a:rPr lang="ja-JP" altLang="en-US" dirty="0">
                <a:latin typeface="HGS創英角ｺﾞｼｯｸUB" panose="020B0900000000000000" pitchFamily="50" charset="-128"/>
                <a:ea typeface="HGS創英角ｺﾞｼｯｸUB" panose="020B0900000000000000" pitchFamily="50" charset="-128"/>
              </a:rPr>
              <a:t>の</a:t>
            </a:r>
            <a:r>
              <a:rPr lang="en-US" altLang="ja-JP" dirty="0">
                <a:latin typeface="HGS創英角ｺﾞｼｯｸUB" panose="020B0900000000000000" pitchFamily="50" charset="-128"/>
                <a:ea typeface="HGS創英角ｺﾞｼｯｸUB" panose="020B0900000000000000" pitchFamily="50" charset="-128"/>
              </a:rPr>
              <a:t>5</a:t>
            </a:r>
            <a:r>
              <a:rPr lang="ja-JP" altLang="en-US" dirty="0">
                <a:latin typeface="HGS創英角ｺﾞｼｯｸUB" panose="020B0900000000000000" pitchFamily="50" charset="-128"/>
                <a:ea typeface="HGS創英角ｺﾞｼｯｸUB" panose="020B0900000000000000" pitchFamily="50" charset="-128"/>
              </a:rPr>
              <a:t>段階評価とする</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・各ランクの獲得条件</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S</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9600</a:t>
            </a:r>
            <a:r>
              <a:rPr lang="ja-JP" altLang="en-US" dirty="0">
                <a:latin typeface="HGS創英角ｺﾞｼｯｸUB" panose="020B0900000000000000" pitchFamily="50" charset="-128"/>
                <a:ea typeface="HGS創英角ｺﾞｼｯｸUB" panose="020B0900000000000000" pitchFamily="50" charset="-128"/>
              </a:rPr>
              <a:t>点以上</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A</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9599</a:t>
            </a:r>
            <a:r>
              <a:rPr lang="ja-JP" altLang="en-US" dirty="0">
                <a:latin typeface="HGS創英角ｺﾞｼｯｸUB" panose="020B0900000000000000" pitchFamily="50" charset="-128"/>
                <a:ea typeface="HGS創英角ｺﾞｼｯｸUB" panose="020B0900000000000000" pitchFamily="50" charset="-128"/>
              </a:rPr>
              <a:t>点</a:t>
            </a:r>
            <a:r>
              <a:rPr lang="en-US" altLang="ja-JP" dirty="0">
                <a:latin typeface="HGS創英角ｺﾞｼｯｸUB" panose="020B0900000000000000" pitchFamily="50" charset="-128"/>
                <a:ea typeface="HGS創英角ｺﾞｼｯｸUB" panose="020B0900000000000000" pitchFamily="50" charset="-128"/>
              </a:rPr>
              <a:t>~8800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B</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8799</a:t>
            </a:r>
            <a:r>
              <a:rPr lang="ja-JP" altLang="en-US" dirty="0">
                <a:latin typeface="HGS創英角ｺﾞｼｯｸUB" panose="020B0900000000000000" pitchFamily="50" charset="-128"/>
                <a:ea typeface="HGS創英角ｺﾞｼｯｸUB" panose="020B0900000000000000" pitchFamily="50" charset="-128"/>
              </a:rPr>
              <a:t>点</a:t>
            </a:r>
            <a:r>
              <a:rPr lang="en-US" altLang="ja-JP" dirty="0">
                <a:latin typeface="HGS創英角ｺﾞｼｯｸUB" panose="020B0900000000000000" pitchFamily="50" charset="-128"/>
                <a:ea typeface="HGS創英角ｺﾞｼｯｸUB" panose="020B0900000000000000" pitchFamily="50" charset="-128"/>
              </a:rPr>
              <a:t>~7500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C</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7499</a:t>
            </a:r>
            <a:r>
              <a:rPr lang="ja-JP" altLang="en-US" dirty="0">
                <a:latin typeface="HGS創英角ｺﾞｼｯｸUB" panose="020B0900000000000000" pitchFamily="50" charset="-128"/>
                <a:ea typeface="HGS創英角ｺﾞｼｯｸUB" panose="020B0900000000000000" pitchFamily="50" charset="-128"/>
              </a:rPr>
              <a:t>点</a:t>
            </a:r>
            <a:r>
              <a:rPr lang="en-US" altLang="ja-JP" dirty="0">
                <a:latin typeface="HGS創英角ｺﾞｼｯｸUB" panose="020B0900000000000000" pitchFamily="50" charset="-128"/>
                <a:ea typeface="HGS創英角ｺﾞｼｯｸUB" panose="020B0900000000000000" pitchFamily="50" charset="-128"/>
              </a:rPr>
              <a:t>~6000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D</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5999</a:t>
            </a:r>
            <a:r>
              <a:rPr lang="ja-JP" altLang="en-US" dirty="0">
                <a:latin typeface="HGS創英角ｺﾞｼｯｸUB" panose="020B0900000000000000" pitchFamily="50" charset="-128"/>
                <a:ea typeface="HGS創英角ｺﾞｼｯｸUB" panose="020B0900000000000000" pitchFamily="50" charset="-128"/>
              </a:rPr>
              <a:t>点以下</a:t>
            </a:r>
            <a:r>
              <a:rPr lang="en-US" altLang="ja-JP" dirty="0">
                <a:latin typeface="HGS創英角ｺﾞｼｯｸUB" panose="020B0900000000000000" pitchFamily="50" charset="-128"/>
                <a:ea typeface="HGS創英角ｺﾞｼｯｸUB" panose="020B0900000000000000" pitchFamily="50" charset="-128"/>
              </a:rPr>
              <a:t>	</a:t>
            </a:r>
          </a:p>
          <a:p>
            <a:endParaRPr lang="en-US" altLang="ja-JP" dirty="0"/>
          </a:p>
        </p:txBody>
      </p:sp>
      <p:sp>
        <p:nvSpPr>
          <p:cNvPr id="4" name="テキスト ボックス 3">
            <a:extLst>
              <a:ext uri="{FF2B5EF4-FFF2-40B4-BE49-F238E27FC236}">
                <a16:creationId xmlns:a16="http://schemas.microsoft.com/office/drawing/2014/main" id="{39579011-8C71-4830-8F97-A7C4C4A65AD0}"/>
              </a:ext>
            </a:extLst>
          </p:cNvPr>
          <p:cNvSpPr txBox="1"/>
          <p:nvPr/>
        </p:nvSpPr>
        <p:spPr>
          <a:xfrm>
            <a:off x="5778796" y="1754326"/>
            <a:ext cx="5070391" cy="5078313"/>
          </a:xfrm>
          <a:prstGeom prst="rect">
            <a:avLst/>
          </a:prstGeom>
          <a:noFill/>
        </p:spPr>
        <p:txBody>
          <a:bodyPr wrap="square" rtlCol="0">
            <a:spAutoFit/>
          </a:bodyPr>
          <a:lstStyle/>
          <a:p>
            <a:r>
              <a:rPr kumimoji="1" lang="ja-JP" altLang="en-US" dirty="0">
                <a:solidFill>
                  <a:srgbClr val="FF0000"/>
                </a:solidFill>
                <a:latin typeface="HGS創英角ｺﾞｼｯｸUB" panose="020B0900000000000000" pitchFamily="50" charset="-128"/>
                <a:ea typeface="HGS創英角ｺﾞｼｯｸUB" panose="020B0900000000000000" pitchFamily="50" charset="-128"/>
              </a:rPr>
              <a:t>難しいコース</a:t>
            </a:r>
            <a:endParaRPr kumimoji="1" lang="en-US" altLang="ja-JP" dirty="0">
              <a:solidFill>
                <a:srgbClr val="FF0000"/>
              </a:solidFill>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初期スコア</a:t>
            </a:r>
            <a:r>
              <a:rPr kumimoji="1" lang="en-US" altLang="ja-JP" dirty="0">
                <a:latin typeface="HGS創英角ｺﾞｼｯｸUB" panose="020B0900000000000000" pitchFamily="50" charset="-128"/>
                <a:ea typeface="HGS創英角ｺﾞｼｯｸUB" panose="020B0900000000000000" pitchFamily="50" charset="-128"/>
              </a:rPr>
              <a:t>10000</a:t>
            </a:r>
            <a:r>
              <a:rPr kumimoji="1" lang="ja-JP" altLang="en-US" dirty="0">
                <a:latin typeface="HGS創英角ｺﾞｼｯｸUB" panose="020B0900000000000000" pitchFamily="50" charset="-128"/>
                <a:ea typeface="HGS創英角ｺﾞｼｯｸUB" panose="020B0900000000000000" pitchFamily="50" charset="-128"/>
              </a:rPr>
              <a:t>点でスタート　</a:t>
            </a:r>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減点方式</a:t>
            </a:r>
            <a:endParaRPr kumimoji="1"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・時間経過：１秒ごとに</a:t>
            </a:r>
            <a:r>
              <a:rPr lang="en-US" altLang="ja-JP" dirty="0">
                <a:latin typeface="HGS創英角ｺﾞｼｯｸUB" panose="020B0900000000000000" pitchFamily="50" charset="-128"/>
                <a:ea typeface="HGS創英角ｺﾞｼｯｸUB" panose="020B0900000000000000" pitchFamily="50" charset="-128"/>
              </a:rPr>
              <a:t>-10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・リトライ回数：１回死ぬごとに</a:t>
            </a:r>
            <a:r>
              <a:rPr lang="en-US" altLang="ja-JP" dirty="0">
                <a:latin typeface="HGS創英角ｺﾞｼｯｸUB" panose="020B0900000000000000" pitchFamily="50" charset="-128"/>
                <a:ea typeface="HGS創英角ｺﾞｼｯｸUB" panose="020B0900000000000000" pitchFamily="50" charset="-128"/>
              </a:rPr>
              <a:t>‐600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スコアボーナス</a:t>
            </a:r>
            <a:endParaRPr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・ノーミスクリア</a:t>
            </a:r>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en-US" altLang="ja-JP" dirty="0">
                <a:latin typeface="HGS創英角ｺﾞｼｯｸUB" panose="020B0900000000000000" pitchFamily="50" charset="-128"/>
                <a:ea typeface="HGS創英角ｺﾞｼｯｸUB" panose="020B0900000000000000" pitchFamily="50" charset="-128"/>
              </a:rPr>
              <a:t>+2000</a:t>
            </a:r>
            <a:r>
              <a:rPr kumimoji="1" lang="ja-JP" altLang="en-US" dirty="0">
                <a:latin typeface="HGS創英角ｺﾞｼｯｸUB" panose="020B0900000000000000" pitchFamily="50" charset="-128"/>
                <a:ea typeface="HGS創英角ｺﾞｼｯｸUB" panose="020B0900000000000000" pitchFamily="50" charset="-128"/>
              </a:rPr>
              <a:t>点</a:t>
            </a:r>
            <a:endParaRPr kumimoji="1"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・タイムボーナス　１分以内クリア</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+1000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ランクについて</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S</a:t>
            </a:r>
            <a:r>
              <a:rPr lang="ja-JP" altLang="en-US" dirty="0">
                <a:latin typeface="HGS創英角ｺﾞｼｯｸUB" panose="020B0900000000000000" pitchFamily="50" charset="-128"/>
                <a:ea typeface="HGS創英角ｺﾞｼｯｸUB" panose="020B0900000000000000" pitchFamily="50" charset="-128"/>
              </a:rPr>
              <a:t>～</a:t>
            </a:r>
            <a:r>
              <a:rPr lang="en-US" altLang="ja-JP" dirty="0">
                <a:latin typeface="HGS創英角ｺﾞｼｯｸUB" panose="020B0900000000000000" pitchFamily="50" charset="-128"/>
                <a:ea typeface="HGS創英角ｺﾞｼｯｸUB" panose="020B0900000000000000" pitchFamily="50" charset="-128"/>
              </a:rPr>
              <a:t>C</a:t>
            </a:r>
            <a:r>
              <a:rPr lang="ja-JP" altLang="en-US" dirty="0">
                <a:latin typeface="HGS創英角ｺﾞｼｯｸUB" panose="020B0900000000000000" pitchFamily="50" charset="-128"/>
                <a:ea typeface="HGS創英角ｺﾞｼｯｸUB" panose="020B0900000000000000" pitchFamily="50" charset="-128"/>
              </a:rPr>
              <a:t>の</a:t>
            </a:r>
            <a:r>
              <a:rPr lang="en-US" altLang="ja-JP" dirty="0">
                <a:latin typeface="HGS創英角ｺﾞｼｯｸUB" panose="020B0900000000000000" pitchFamily="50" charset="-128"/>
                <a:ea typeface="HGS創英角ｺﾞｼｯｸUB" panose="020B0900000000000000" pitchFamily="50" charset="-128"/>
              </a:rPr>
              <a:t>5</a:t>
            </a:r>
            <a:r>
              <a:rPr lang="ja-JP" altLang="en-US" dirty="0">
                <a:latin typeface="HGS創英角ｺﾞｼｯｸUB" panose="020B0900000000000000" pitchFamily="50" charset="-128"/>
                <a:ea typeface="HGS創英角ｺﾞｼｯｸUB" panose="020B0900000000000000" pitchFamily="50" charset="-128"/>
              </a:rPr>
              <a:t>段階評価とする</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・各ランクの獲得条件</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S</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10000</a:t>
            </a:r>
            <a:r>
              <a:rPr lang="ja-JP" altLang="en-US" dirty="0">
                <a:latin typeface="HGS創英角ｺﾞｼｯｸUB" panose="020B0900000000000000" pitchFamily="50" charset="-128"/>
                <a:ea typeface="HGS創英角ｺﾞｼｯｸUB" panose="020B0900000000000000" pitchFamily="50" charset="-128"/>
              </a:rPr>
              <a:t>点以上</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A</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9999</a:t>
            </a:r>
            <a:r>
              <a:rPr lang="ja-JP" altLang="en-US" dirty="0">
                <a:latin typeface="HGS創英角ｺﾞｼｯｸUB" panose="020B0900000000000000" pitchFamily="50" charset="-128"/>
                <a:ea typeface="HGS創英角ｺﾞｼｯｸUB" panose="020B0900000000000000" pitchFamily="50" charset="-128"/>
              </a:rPr>
              <a:t>点</a:t>
            </a:r>
            <a:r>
              <a:rPr lang="en-US" altLang="ja-JP" dirty="0">
                <a:latin typeface="HGS創英角ｺﾞｼｯｸUB" panose="020B0900000000000000" pitchFamily="50" charset="-128"/>
                <a:ea typeface="HGS創英角ｺﾞｼｯｸUB" panose="020B0900000000000000" pitchFamily="50" charset="-128"/>
              </a:rPr>
              <a:t>~9000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B</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8999</a:t>
            </a:r>
            <a:r>
              <a:rPr lang="ja-JP" altLang="en-US" dirty="0">
                <a:latin typeface="HGS創英角ｺﾞｼｯｸUB" panose="020B0900000000000000" pitchFamily="50" charset="-128"/>
                <a:ea typeface="HGS創英角ｺﾞｼｯｸUB" panose="020B0900000000000000" pitchFamily="50" charset="-128"/>
              </a:rPr>
              <a:t>点</a:t>
            </a:r>
            <a:r>
              <a:rPr lang="en-US" altLang="ja-JP" dirty="0">
                <a:latin typeface="HGS創英角ｺﾞｼｯｸUB" panose="020B0900000000000000" pitchFamily="50" charset="-128"/>
                <a:ea typeface="HGS創英角ｺﾞｼｯｸUB" panose="020B0900000000000000" pitchFamily="50" charset="-128"/>
              </a:rPr>
              <a:t>~7500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C</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7499</a:t>
            </a:r>
            <a:r>
              <a:rPr lang="ja-JP" altLang="en-US" dirty="0">
                <a:latin typeface="HGS創英角ｺﾞｼｯｸUB" panose="020B0900000000000000" pitchFamily="50" charset="-128"/>
                <a:ea typeface="HGS創英角ｺﾞｼｯｸUB" panose="020B0900000000000000" pitchFamily="50" charset="-128"/>
              </a:rPr>
              <a:t>点</a:t>
            </a:r>
            <a:r>
              <a:rPr lang="en-US" altLang="ja-JP" dirty="0">
                <a:latin typeface="HGS創英角ｺﾞｼｯｸUB" panose="020B0900000000000000" pitchFamily="50" charset="-128"/>
                <a:ea typeface="HGS創英角ｺﾞｼｯｸUB" panose="020B0900000000000000" pitchFamily="50" charset="-128"/>
              </a:rPr>
              <a:t>~6000</a:t>
            </a:r>
            <a:r>
              <a:rPr lang="ja-JP" altLang="en-US" dirty="0">
                <a:latin typeface="HGS創英角ｺﾞｼｯｸUB" panose="020B0900000000000000" pitchFamily="50" charset="-128"/>
                <a:ea typeface="HGS創英角ｺﾞｼｯｸUB" panose="020B0900000000000000" pitchFamily="50" charset="-128"/>
              </a:rPr>
              <a:t>点</a:t>
            </a:r>
            <a:endParaRPr lang="en-US" altLang="ja-JP" dirty="0">
              <a:latin typeface="HGS創英角ｺﾞｼｯｸUB" panose="020B0900000000000000" pitchFamily="50" charset="-128"/>
              <a:ea typeface="HGS創英角ｺﾞｼｯｸUB" panose="020B0900000000000000" pitchFamily="50" charset="-128"/>
            </a:endParaRPr>
          </a:p>
          <a:p>
            <a:r>
              <a:rPr lang="en-US" altLang="ja-JP" dirty="0">
                <a:latin typeface="HGS創英角ｺﾞｼｯｸUB" panose="020B0900000000000000" pitchFamily="50" charset="-128"/>
                <a:ea typeface="HGS創英角ｺﾞｼｯｸUB" panose="020B0900000000000000" pitchFamily="50" charset="-128"/>
              </a:rPr>
              <a:t>D</a:t>
            </a:r>
            <a:r>
              <a:rPr lang="ja-JP" altLang="en-US" dirty="0">
                <a:latin typeface="HGS創英角ｺﾞｼｯｸUB" panose="020B0900000000000000" pitchFamily="50" charset="-128"/>
                <a:ea typeface="HGS創英角ｺﾞｼｯｸUB" panose="020B0900000000000000" pitchFamily="50" charset="-128"/>
              </a:rPr>
              <a:t>ランク：</a:t>
            </a:r>
            <a:r>
              <a:rPr lang="en-US" altLang="ja-JP" dirty="0">
                <a:latin typeface="HGS創英角ｺﾞｼｯｸUB" panose="020B0900000000000000" pitchFamily="50" charset="-128"/>
                <a:ea typeface="HGS創英角ｺﾞｼｯｸUB" panose="020B0900000000000000" pitchFamily="50" charset="-128"/>
              </a:rPr>
              <a:t>5999</a:t>
            </a:r>
            <a:r>
              <a:rPr lang="ja-JP" altLang="en-US" dirty="0">
                <a:latin typeface="HGS創英角ｺﾞｼｯｸUB" panose="020B0900000000000000" pitchFamily="50" charset="-128"/>
                <a:ea typeface="HGS創英角ｺﾞｼｯｸUB" panose="020B0900000000000000" pitchFamily="50" charset="-128"/>
              </a:rPr>
              <a:t>点以下</a:t>
            </a:r>
            <a:r>
              <a:rPr lang="en-US" altLang="ja-JP" dirty="0">
                <a:latin typeface="HGS創英角ｺﾞｼｯｸUB" panose="020B0900000000000000" pitchFamily="50" charset="-128"/>
                <a:ea typeface="HGS創英角ｺﾞｼｯｸUB" panose="020B0900000000000000" pitchFamily="50" charset="-128"/>
              </a:rPr>
              <a:t>	</a:t>
            </a:r>
          </a:p>
        </p:txBody>
      </p:sp>
      <p:sp>
        <p:nvSpPr>
          <p:cNvPr id="6" name="テキスト ボックス 5">
            <a:extLst>
              <a:ext uri="{FF2B5EF4-FFF2-40B4-BE49-F238E27FC236}">
                <a16:creationId xmlns:a16="http://schemas.microsoft.com/office/drawing/2014/main" id="{2A55D146-04F4-4A8C-84AF-0789ABB6E34E}"/>
              </a:ext>
            </a:extLst>
          </p:cNvPr>
          <p:cNvSpPr txBox="1"/>
          <p:nvPr/>
        </p:nvSpPr>
        <p:spPr>
          <a:xfrm>
            <a:off x="5248497" y="0"/>
            <a:ext cx="7244760" cy="1754326"/>
          </a:xfrm>
          <a:prstGeom prst="rect">
            <a:avLst/>
          </a:prstGeom>
          <a:noFill/>
        </p:spPr>
        <p:txBody>
          <a:bodyPr wrap="square">
            <a:spAutoFit/>
          </a:bodyPr>
          <a:lstStyle/>
          <a:p>
            <a:r>
              <a:rPr kumimoji="1" lang="ja-JP" altLang="en-US" dirty="0">
                <a:latin typeface="HGS創英角ｺﾞｼｯｸUB" panose="020B0900000000000000" pitchFamily="50" charset="-128"/>
                <a:ea typeface="HGS創英角ｺﾞｼｯｸUB" panose="020B0900000000000000" pitchFamily="50" charset="-128"/>
              </a:rPr>
              <a:t>タイムとスコアについて</a:t>
            </a:r>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タイム・スコアはメインマップに常に表示しておく。</a:t>
            </a:r>
            <a:endParaRPr kumimoji="1"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・狙い</a:t>
            </a:r>
            <a:endParaRPr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プレイヤーに「上達を感じさせる」　「もう一度やりたい」と思わせる。</a:t>
            </a:r>
            <a:endParaRPr kumimoji="1"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→初見殺しゲームで大切なモチベーションの維持</a:t>
            </a:r>
            <a:endParaRPr lang="en-US" altLang="ja-JP"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12977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F24D8C-2441-4898-BEB6-B75E91738986}"/>
              </a:ext>
            </a:extLst>
          </p:cNvPr>
          <p:cNvSpPr txBox="1"/>
          <p:nvPr/>
        </p:nvSpPr>
        <p:spPr>
          <a:xfrm>
            <a:off x="415159" y="528145"/>
            <a:ext cx="11776841" cy="4801314"/>
          </a:xfrm>
          <a:prstGeom prst="rect">
            <a:avLst/>
          </a:prstGeom>
          <a:noFill/>
        </p:spPr>
        <p:txBody>
          <a:bodyPr wrap="square" rtlCol="0">
            <a:spAutoFit/>
          </a:bodyPr>
          <a:lstStyle/>
          <a:p>
            <a:r>
              <a:rPr kumimoji="1" lang="ja-JP" altLang="en-US" dirty="0"/>
              <a:t>しょぼんのアクションより引用：死亡時にキャラクターの言葉がランダムに上に小さく表示される。</a:t>
            </a:r>
            <a:endParaRPr kumimoji="1" lang="en-US" altLang="ja-JP" dirty="0"/>
          </a:p>
          <a:p>
            <a:r>
              <a:rPr kumimoji="1" lang="ja-JP" altLang="en-US" dirty="0"/>
              <a:t>少しの煽り要素入れる。</a:t>
            </a:r>
            <a:endParaRPr kumimoji="1" lang="en-US" altLang="ja-JP" dirty="0"/>
          </a:p>
          <a:p>
            <a:r>
              <a:rPr lang="ja-JP" altLang="en-US" dirty="0"/>
              <a:t>案</a:t>
            </a:r>
            <a:endParaRPr lang="en-US" altLang="ja-JP" dirty="0"/>
          </a:p>
          <a:p>
            <a:r>
              <a:rPr lang="ja-JP" altLang="en-US" dirty="0"/>
              <a:t>・「製作者爆笑中」</a:t>
            </a:r>
            <a:endParaRPr lang="en-US" altLang="ja-JP" dirty="0"/>
          </a:p>
          <a:p>
            <a:r>
              <a:rPr kumimoji="1" lang="ja-JP" altLang="en-US" dirty="0"/>
              <a:t>・「終」</a:t>
            </a:r>
            <a:endParaRPr kumimoji="1" lang="en-US" altLang="ja-JP" dirty="0"/>
          </a:p>
          <a:p>
            <a:r>
              <a:rPr lang="ja-JP" altLang="en-US" dirty="0"/>
              <a:t>・「弱」</a:t>
            </a:r>
            <a:endParaRPr kumimoji="1" lang="en-US" altLang="ja-JP" dirty="0"/>
          </a:p>
          <a:p>
            <a:r>
              <a:rPr lang="ja-JP" altLang="en-US" dirty="0"/>
              <a:t>・「おつ」</a:t>
            </a:r>
            <a:endParaRPr lang="en-US" altLang="ja-JP" dirty="0"/>
          </a:p>
          <a:p>
            <a:r>
              <a:rPr kumimoji="1" lang="ja-JP" altLang="en-US" dirty="0"/>
              <a:t>・「え？」</a:t>
            </a:r>
            <a:endParaRPr kumimoji="1" lang="en-US" altLang="ja-JP" dirty="0"/>
          </a:p>
          <a:p>
            <a:r>
              <a:rPr lang="ja-JP" altLang="en-US" dirty="0"/>
              <a:t>・「真面目にやろうね」</a:t>
            </a:r>
            <a:endParaRPr lang="en-US" altLang="ja-JP" dirty="0"/>
          </a:p>
          <a:p>
            <a:r>
              <a:rPr kumimoji="1" lang="ja-JP" altLang="en-US" dirty="0"/>
              <a:t>・「あっ</a:t>
            </a:r>
            <a:r>
              <a:rPr kumimoji="1" lang="en-US" altLang="ja-JP" dirty="0"/>
              <a:t>…</a:t>
            </a:r>
            <a:r>
              <a:rPr kumimoji="1" lang="ja-JP" altLang="en-US" dirty="0"/>
              <a:t>」</a:t>
            </a:r>
            <a:endParaRPr kumimoji="1" lang="en-US" altLang="ja-JP" dirty="0"/>
          </a:p>
          <a:p>
            <a:r>
              <a:rPr lang="ja-JP" altLang="en-US" dirty="0"/>
              <a:t>・これには作者もニッコリ</a:t>
            </a:r>
            <a:endParaRPr lang="en-US" altLang="ja-JP" dirty="0"/>
          </a:p>
          <a:p>
            <a:r>
              <a:rPr kumimoji="1" lang="ja-JP" altLang="en-US" dirty="0"/>
              <a:t>・「僕の気持ち考えたことある？」</a:t>
            </a:r>
            <a:endParaRPr kumimoji="1" lang="en-US" altLang="ja-JP" dirty="0"/>
          </a:p>
          <a:p>
            <a:r>
              <a:rPr lang="ja-JP" altLang="en-US" dirty="0"/>
              <a:t>・「エラー：プレイヤーの脳が未対応です」</a:t>
            </a:r>
            <a:endParaRPr lang="en-US" altLang="ja-JP" dirty="0"/>
          </a:p>
          <a:p>
            <a:endParaRPr lang="en-US" altLang="ja-JP" dirty="0"/>
          </a:p>
          <a:p>
            <a:endParaRPr kumimoji="1" lang="en-US" altLang="ja-JP" dirty="0"/>
          </a:p>
          <a:p>
            <a:endParaRPr kumimoji="1" lang="en-US" altLang="ja-JP" dirty="0"/>
          </a:p>
          <a:p>
            <a:endParaRPr kumimoji="1" lang="en-US" altLang="ja-JP" dirty="0"/>
          </a:p>
        </p:txBody>
      </p:sp>
      <p:pic>
        <p:nvPicPr>
          <p:cNvPr id="4" name="図 3">
            <a:extLst>
              <a:ext uri="{FF2B5EF4-FFF2-40B4-BE49-F238E27FC236}">
                <a16:creationId xmlns:a16="http://schemas.microsoft.com/office/drawing/2014/main" id="{AAF800CE-BAD0-4322-998C-F6336D45B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6443" y="1135334"/>
            <a:ext cx="6481344" cy="5643837"/>
          </a:xfrm>
          <a:prstGeom prst="rect">
            <a:avLst/>
          </a:prstGeom>
        </p:spPr>
      </p:pic>
    </p:spTree>
    <p:extLst>
      <p:ext uri="{BB962C8B-B14F-4D97-AF65-F5344CB8AC3E}">
        <p14:creationId xmlns:p14="http://schemas.microsoft.com/office/powerpoint/2010/main" val="3267126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グループ化 179">
            <a:extLst>
              <a:ext uri="{FF2B5EF4-FFF2-40B4-BE49-F238E27FC236}">
                <a16:creationId xmlns:a16="http://schemas.microsoft.com/office/drawing/2014/main" id="{D29239AD-2911-4D59-BBC7-DAA82EC8EB67}"/>
              </a:ext>
            </a:extLst>
          </p:cNvPr>
          <p:cNvGrpSpPr/>
          <p:nvPr/>
        </p:nvGrpSpPr>
        <p:grpSpPr>
          <a:xfrm>
            <a:off x="997224" y="0"/>
            <a:ext cx="10884196" cy="6858000"/>
            <a:chOff x="1109772" y="0"/>
            <a:chExt cx="10884196" cy="6858000"/>
          </a:xfrm>
        </p:grpSpPr>
        <p:grpSp>
          <p:nvGrpSpPr>
            <p:cNvPr id="172" name="グループ化 171">
              <a:extLst>
                <a:ext uri="{FF2B5EF4-FFF2-40B4-BE49-F238E27FC236}">
                  <a16:creationId xmlns:a16="http://schemas.microsoft.com/office/drawing/2014/main" id="{2A11E544-7C5C-4250-A5AE-07E387FADE93}"/>
                </a:ext>
              </a:extLst>
            </p:cNvPr>
            <p:cNvGrpSpPr/>
            <p:nvPr/>
          </p:nvGrpSpPr>
          <p:grpSpPr>
            <a:xfrm>
              <a:off x="1109772" y="0"/>
              <a:ext cx="10884196" cy="6858000"/>
              <a:chOff x="1116122" y="0"/>
              <a:chExt cx="10884196" cy="6858000"/>
            </a:xfrm>
          </p:grpSpPr>
          <p:grpSp>
            <p:nvGrpSpPr>
              <p:cNvPr id="115" name="グループ化 114">
                <a:extLst>
                  <a:ext uri="{FF2B5EF4-FFF2-40B4-BE49-F238E27FC236}">
                    <a16:creationId xmlns:a16="http://schemas.microsoft.com/office/drawing/2014/main" id="{3B81BD9A-A41E-4226-9630-577C59DCF97A}"/>
                  </a:ext>
                </a:extLst>
              </p:cNvPr>
              <p:cNvGrpSpPr/>
              <p:nvPr/>
            </p:nvGrpSpPr>
            <p:grpSpPr>
              <a:xfrm>
                <a:off x="1116122" y="0"/>
                <a:ext cx="10884196" cy="6858000"/>
                <a:chOff x="1116122" y="0"/>
                <a:chExt cx="10884196" cy="6858000"/>
              </a:xfrm>
            </p:grpSpPr>
            <p:grpSp>
              <p:nvGrpSpPr>
                <p:cNvPr id="42" name="グループ化 41">
                  <a:extLst>
                    <a:ext uri="{FF2B5EF4-FFF2-40B4-BE49-F238E27FC236}">
                      <a16:creationId xmlns:a16="http://schemas.microsoft.com/office/drawing/2014/main" id="{203EB6D5-BB72-4D9E-B914-8B1B7D40EAB9}"/>
                    </a:ext>
                  </a:extLst>
                </p:cNvPr>
                <p:cNvGrpSpPr/>
                <p:nvPr/>
              </p:nvGrpSpPr>
              <p:grpSpPr>
                <a:xfrm>
                  <a:off x="1116122" y="0"/>
                  <a:ext cx="10884196" cy="6858000"/>
                  <a:chOff x="1057643" y="90268"/>
                  <a:chExt cx="10884196" cy="6858000"/>
                </a:xfrm>
              </p:grpSpPr>
              <p:pic>
                <p:nvPicPr>
                  <p:cNvPr id="5" name="図 4">
                    <a:extLst>
                      <a:ext uri="{FF2B5EF4-FFF2-40B4-BE49-F238E27FC236}">
                        <a16:creationId xmlns:a16="http://schemas.microsoft.com/office/drawing/2014/main" id="{2C539298-8FE0-4719-9897-660A3880D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216" y="90268"/>
                    <a:ext cx="9592887" cy="6858000"/>
                  </a:xfrm>
                  <a:prstGeom prst="rect">
                    <a:avLst/>
                  </a:prstGeom>
                </p:spPr>
              </p:pic>
              <p:sp>
                <p:nvSpPr>
                  <p:cNvPr id="6" name="テキスト ボックス 5">
                    <a:extLst>
                      <a:ext uri="{FF2B5EF4-FFF2-40B4-BE49-F238E27FC236}">
                        <a16:creationId xmlns:a16="http://schemas.microsoft.com/office/drawing/2014/main" id="{D805A19A-8614-4849-903C-315A834D9BAE}"/>
                      </a:ext>
                    </a:extLst>
                  </p:cNvPr>
                  <p:cNvSpPr txBox="1"/>
                  <p:nvPr/>
                </p:nvSpPr>
                <p:spPr>
                  <a:xfrm>
                    <a:off x="1954322" y="621436"/>
                    <a:ext cx="1913861" cy="507831"/>
                  </a:xfrm>
                  <a:prstGeom prst="rect">
                    <a:avLst/>
                  </a:prstGeom>
                  <a:noFill/>
                </p:spPr>
                <p:txBody>
                  <a:bodyPr wrap="square" rtlCol="0">
                    <a:spAutoFit/>
                  </a:bodyPr>
                  <a:lstStyle/>
                  <a:p>
                    <a:r>
                      <a:rPr kumimoji="1" lang="ja-JP" altLang="en-US" sz="900" dirty="0">
                        <a:solidFill>
                          <a:schemeClr val="bg1"/>
                        </a:solidFill>
                      </a:rPr>
                      <a:t>通常は、ただの地面だが、近づくと地面が凹んで、このような穴に落ちる</a:t>
                    </a:r>
                  </a:p>
                </p:txBody>
              </p:sp>
              <p:cxnSp>
                <p:nvCxnSpPr>
                  <p:cNvPr id="8" name="直線矢印コネクタ 7">
                    <a:extLst>
                      <a:ext uri="{FF2B5EF4-FFF2-40B4-BE49-F238E27FC236}">
                        <a16:creationId xmlns:a16="http://schemas.microsoft.com/office/drawing/2014/main" id="{DC5009EE-9142-4355-A12E-F83A2C086B5C}"/>
                      </a:ext>
                    </a:extLst>
                  </p:cNvPr>
                  <p:cNvCxnSpPr>
                    <a:cxnSpLocks/>
                    <a:stCxn id="6" idx="2"/>
                  </p:cNvCxnSpPr>
                  <p:nvPr/>
                </p:nvCxnSpPr>
                <p:spPr>
                  <a:xfrm flipH="1">
                    <a:off x="2608225" y="1129267"/>
                    <a:ext cx="303028" cy="12227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2" name="インク 11">
                        <a:extLst>
                          <a:ext uri="{FF2B5EF4-FFF2-40B4-BE49-F238E27FC236}">
                            <a16:creationId xmlns:a16="http://schemas.microsoft.com/office/drawing/2014/main" id="{F8A1B546-CBD6-479C-8DC5-F5FE85670B8D}"/>
                          </a:ext>
                        </a:extLst>
                      </p14:cNvPr>
                      <p14:cNvContentPartPr/>
                      <p14:nvPr/>
                    </p14:nvContentPartPr>
                    <p14:xfrm>
                      <a:off x="2368666" y="799314"/>
                      <a:ext cx="360" cy="360"/>
                    </p14:xfrm>
                  </p:contentPart>
                </mc:Choice>
                <mc:Fallback xmlns="">
                  <p:pic>
                    <p:nvPicPr>
                      <p:cNvPr id="12" name="インク 11">
                        <a:extLst>
                          <a:ext uri="{FF2B5EF4-FFF2-40B4-BE49-F238E27FC236}">
                            <a16:creationId xmlns:a16="http://schemas.microsoft.com/office/drawing/2014/main" id="{F8A1B546-CBD6-479C-8DC5-F5FE85670B8D}"/>
                          </a:ext>
                        </a:extLst>
                      </p:cNvPr>
                      <p:cNvPicPr/>
                      <p:nvPr/>
                    </p:nvPicPr>
                    <p:blipFill>
                      <a:blip r:embed="rId4"/>
                      <a:stretch>
                        <a:fillRect/>
                      </a:stretch>
                    </p:blipFill>
                    <p:spPr>
                      <a:xfrm>
                        <a:off x="2364346" y="794994"/>
                        <a:ext cx="9000" cy="9000"/>
                      </a:xfrm>
                      <a:prstGeom prst="rect">
                        <a:avLst/>
                      </a:prstGeom>
                    </p:spPr>
                  </p:pic>
                </mc:Fallback>
              </mc:AlternateContent>
              <p:sp>
                <p:nvSpPr>
                  <p:cNvPr id="14" name="テキスト ボックス 13">
                    <a:extLst>
                      <a:ext uri="{FF2B5EF4-FFF2-40B4-BE49-F238E27FC236}">
                        <a16:creationId xmlns:a16="http://schemas.microsoft.com/office/drawing/2014/main" id="{580D42C6-93A1-4D4E-992C-DB527653334D}"/>
                      </a:ext>
                    </a:extLst>
                  </p:cNvPr>
                  <p:cNvSpPr txBox="1"/>
                  <p:nvPr/>
                </p:nvSpPr>
                <p:spPr>
                  <a:xfrm>
                    <a:off x="10027978" y="3346915"/>
                    <a:ext cx="1913861" cy="230832"/>
                  </a:xfrm>
                  <a:prstGeom prst="rect">
                    <a:avLst/>
                  </a:prstGeom>
                  <a:noFill/>
                </p:spPr>
                <p:txBody>
                  <a:bodyPr wrap="square" rtlCol="0">
                    <a:spAutoFit/>
                  </a:bodyPr>
                  <a:lstStyle/>
                  <a:p>
                    <a:r>
                      <a:rPr lang="ja-JP" altLang="en-US" sz="900" dirty="0">
                        <a:solidFill>
                          <a:schemeClr val="bg1"/>
                        </a:solidFill>
                      </a:rPr>
                      <a:t>ＧＯＡＬ</a:t>
                    </a:r>
                    <a:endParaRPr kumimoji="1" lang="ja-JP" altLang="en-US" sz="900" dirty="0">
                      <a:solidFill>
                        <a:schemeClr val="bg1"/>
                      </a:solidFill>
                    </a:endParaRPr>
                  </a:p>
                </p:txBody>
              </p:sp>
              <p:sp>
                <p:nvSpPr>
                  <p:cNvPr id="15" name="テキスト ボックス 14">
                    <a:extLst>
                      <a:ext uri="{FF2B5EF4-FFF2-40B4-BE49-F238E27FC236}">
                        <a16:creationId xmlns:a16="http://schemas.microsoft.com/office/drawing/2014/main" id="{37EB8E45-E88D-4522-A3CF-392FE1BA4956}"/>
                      </a:ext>
                    </a:extLst>
                  </p:cNvPr>
                  <p:cNvSpPr txBox="1"/>
                  <p:nvPr/>
                </p:nvSpPr>
                <p:spPr>
                  <a:xfrm>
                    <a:off x="1057643" y="1406266"/>
                    <a:ext cx="1913861" cy="230832"/>
                  </a:xfrm>
                  <a:prstGeom prst="rect">
                    <a:avLst/>
                  </a:prstGeom>
                  <a:noFill/>
                </p:spPr>
                <p:txBody>
                  <a:bodyPr wrap="square" rtlCol="0">
                    <a:spAutoFit/>
                  </a:bodyPr>
                  <a:lstStyle/>
                  <a:p>
                    <a:r>
                      <a:rPr kumimoji="1" lang="en-US" altLang="ja-JP" sz="900" dirty="0">
                        <a:solidFill>
                          <a:schemeClr val="bg1"/>
                        </a:solidFill>
                      </a:rPr>
                      <a:t>START</a:t>
                    </a:r>
                    <a:endParaRPr kumimoji="1" lang="ja-JP" altLang="en-US" sz="900" dirty="0">
                      <a:solidFill>
                        <a:schemeClr val="bg1"/>
                      </a:solidFill>
                    </a:endParaRPr>
                  </a:p>
                </p:txBody>
              </p:sp>
              <p:sp>
                <p:nvSpPr>
                  <p:cNvPr id="16" name="テキスト ボックス 15">
                    <a:extLst>
                      <a:ext uri="{FF2B5EF4-FFF2-40B4-BE49-F238E27FC236}">
                        <a16:creationId xmlns:a16="http://schemas.microsoft.com/office/drawing/2014/main" id="{95D58CE4-872F-4F30-8366-1541FE73FDA4}"/>
                      </a:ext>
                    </a:extLst>
                  </p:cNvPr>
                  <p:cNvSpPr txBox="1"/>
                  <p:nvPr/>
                </p:nvSpPr>
                <p:spPr>
                  <a:xfrm>
                    <a:off x="1498940" y="1160556"/>
                    <a:ext cx="1913861" cy="338554"/>
                  </a:xfrm>
                  <a:prstGeom prst="rect">
                    <a:avLst/>
                  </a:prstGeom>
                  <a:noFill/>
                </p:spPr>
                <p:txBody>
                  <a:bodyPr wrap="square" rtlCol="0">
                    <a:spAutoFit/>
                  </a:bodyPr>
                  <a:lstStyle/>
                  <a:p>
                    <a:r>
                      <a:rPr lang="ja-JP" altLang="en-US" sz="800" dirty="0">
                        <a:solidFill>
                          <a:schemeClr val="bg1"/>
                        </a:solidFill>
                      </a:rPr>
                      <a:t>元々出てるフェイクトゲ　踏んでも無傷で、地面にめり込む　３本くらい</a:t>
                    </a:r>
                    <a:endParaRPr lang="en-US" altLang="ja-JP" sz="800" dirty="0">
                      <a:solidFill>
                        <a:schemeClr val="bg1"/>
                      </a:solidFill>
                    </a:endParaRPr>
                  </a:p>
                </p:txBody>
              </p:sp>
              <p:cxnSp>
                <p:nvCxnSpPr>
                  <p:cNvPr id="22" name="直線矢印コネクタ 21">
                    <a:extLst>
                      <a:ext uri="{FF2B5EF4-FFF2-40B4-BE49-F238E27FC236}">
                        <a16:creationId xmlns:a16="http://schemas.microsoft.com/office/drawing/2014/main" id="{FA7066B1-901D-4871-AA6C-7C2D6606D934}"/>
                      </a:ext>
                    </a:extLst>
                  </p:cNvPr>
                  <p:cNvCxnSpPr>
                    <a:cxnSpLocks/>
                  </p:cNvCxnSpPr>
                  <p:nvPr/>
                </p:nvCxnSpPr>
                <p:spPr>
                  <a:xfrm flipH="1">
                    <a:off x="2258214" y="1446191"/>
                    <a:ext cx="150628" cy="3278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AC808191-4DD6-4364-BF39-376C8988EA01}"/>
                      </a:ext>
                    </a:extLst>
                  </p:cNvPr>
                  <p:cNvSpPr txBox="1"/>
                  <p:nvPr/>
                </p:nvSpPr>
                <p:spPr>
                  <a:xfrm>
                    <a:off x="7438952" y="1665915"/>
                    <a:ext cx="1410586" cy="230832"/>
                  </a:xfrm>
                  <a:prstGeom prst="rect">
                    <a:avLst/>
                  </a:prstGeom>
                  <a:noFill/>
                </p:spPr>
                <p:txBody>
                  <a:bodyPr wrap="square" rtlCol="0">
                    <a:spAutoFit/>
                  </a:bodyPr>
                  <a:lstStyle/>
                  <a:p>
                    <a:r>
                      <a:rPr lang="ja-JP" altLang="en-US" sz="900" dirty="0">
                        <a:solidFill>
                          <a:schemeClr val="bg1"/>
                        </a:solidFill>
                      </a:rPr>
                      <a:t>この穴も同様の仕様</a:t>
                    </a:r>
                    <a:endParaRPr kumimoji="1" lang="ja-JP" altLang="en-US" sz="900" dirty="0">
                      <a:solidFill>
                        <a:schemeClr val="bg1"/>
                      </a:solidFill>
                    </a:endParaRPr>
                  </a:p>
                </p:txBody>
              </p:sp>
              <p:pic>
                <p:nvPicPr>
                  <p:cNvPr id="34" name="図 33">
                    <a:extLst>
                      <a:ext uri="{FF2B5EF4-FFF2-40B4-BE49-F238E27FC236}">
                        <a16:creationId xmlns:a16="http://schemas.microsoft.com/office/drawing/2014/main" id="{3CE8A8C9-5FB6-4BF3-9F11-F3FD2539F9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9632" y="2376784"/>
                    <a:ext cx="355856" cy="290334"/>
                  </a:xfrm>
                  <a:prstGeom prst="rect">
                    <a:avLst/>
                  </a:prstGeom>
                </p:spPr>
              </p:pic>
              <p:pic>
                <p:nvPicPr>
                  <p:cNvPr id="35" name="図 34">
                    <a:extLst>
                      <a:ext uri="{FF2B5EF4-FFF2-40B4-BE49-F238E27FC236}">
                        <a16:creationId xmlns:a16="http://schemas.microsoft.com/office/drawing/2014/main" id="{F088D91F-A304-4C93-9A06-9CEF8963B3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6926" y="2376784"/>
                    <a:ext cx="290334" cy="290334"/>
                  </a:xfrm>
                  <a:prstGeom prst="rect">
                    <a:avLst/>
                  </a:prstGeom>
                </p:spPr>
              </p:pic>
              <p:pic>
                <p:nvPicPr>
                  <p:cNvPr id="36" name="図 35">
                    <a:extLst>
                      <a:ext uri="{FF2B5EF4-FFF2-40B4-BE49-F238E27FC236}">
                        <a16:creationId xmlns:a16="http://schemas.microsoft.com/office/drawing/2014/main" id="{10468BA4-2F95-41B9-9B69-9415023910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6570" y="2376784"/>
                    <a:ext cx="290334" cy="290334"/>
                  </a:xfrm>
                  <a:prstGeom prst="rect">
                    <a:avLst/>
                  </a:prstGeom>
                </p:spPr>
              </p:pic>
              <p:pic>
                <p:nvPicPr>
                  <p:cNvPr id="37" name="図 36">
                    <a:extLst>
                      <a:ext uri="{FF2B5EF4-FFF2-40B4-BE49-F238E27FC236}">
                        <a16:creationId xmlns:a16="http://schemas.microsoft.com/office/drawing/2014/main" id="{BBFD0B8A-FF77-4780-8007-C2F1C7A3E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6350" y="1740639"/>
                    <a:ext cx="154818" cy="154818"/>
                  </a:xfrm>
                  <a:prstGeom prst="rect">
                    <a:avLst/>
                  </a:prstGeom>
                </p:spPr>
              </p:pic>
              <p:pic>
                <p:nvPicPr>
                  <p:cNvPr id="38" name="図 37">
                    <a:extLst>
                      <a:ext uri="{FF2B5EF4-FFF2-40B4-BE49-F238E27FC236}">
                        <a16:creationId xmlns:a16="http://schemas.microsoft.com/office/drawing/2014/main" id="{F9A43981-074A-458E-9A42-708A01D45E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19715" y="1738747"/>
                    <a:ext cx="154818" cy="154818"/>
                  </a:xfrm>
                  <a:prstGeom prst="rect">
                    <a:avLst/>
                  </a:prstGeom>
                </p:spPr>
              </p:pic>
              <p:pic>
                <p:nvPicPr>
                  <p:cNvPr id="39" name="図 38">
                    <a:extLst>
                      <a:ext uri="{FF2B5EF4-FFF2-40B4-BE49-F238E27FC236}">
                        <a16:creationId xmlns:a16="http://schemas.microsoft.com/office/drawing/2014/main" id="{4984CF9B-077F-4EB0-891A-569302EC7A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7164" y="1738747"/>
                    <a:ext cx="154818" cy="154818"/>
                  </a:xfrm>
                  <a:prstGeom prst="rect">
                    <a:avLst/>
                  </a:prstGeom>
                </p:spPr>
              </p:pic>
              <p:pic>
                <p:nvPicPr>
                  <p:cNvPr id="40" name="図 39">
                    <a:extLst>
                      <a:ext uri="{FF2B5EF4-FFF2-40B4-BE49-F238E27FC236}">
                        <a16:creationId xmlns:a16="http://schemas.microsoft.com/office/drawing/2014/main" id="{DDBC7644-E9E9-45D0-80E3-4759B8465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8389" y="2376784"/>
                    <a:ext cx="355856" cy="290334"/>
                  </a:xfrm>
                  <a:prstGeom prst="rect">
                    <a:avLst/>
                  </a:prstGeom>
                </p:spPr>
              </p:pic>
              <p:pic>
                <p:nvPicPr>
                  <p:cNvPr id="41" name="図 40">
                    <a:extLst>
                      <a:ext uri="{FF2B5EF4-FFF2-40B4-BE49-F238E27FC236}">
                        <a16:creationId xmlns:a16="http://schemas.microsoft.com/office/drawing/2014/main" id="{F24D9023-E0EC-4747-B81C-4EB2A06A86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0210" y="2378638"/>
                    <a:ext cx="355856" cy="290334"/>
                  </a:xfrm>
                  <a:prstGeom prst="rect">
                    <a:avLst/>
                  </a:prstGeom>
                </p:spPr>
              </p:pic>
            </p:grpSp>
            <p:pic>
              <p:nvPicPr>
                <p:cNvPr id="43" name="図 42">
                  <a:extLst>
                    <a:ext uri="{FF2B5EF4-FFF2-40B4-BE49-F238E27FC236}">
                      <a16:creationId xmlns:a16="http://schemas.microsoft.com/office/drawing/2014/main" id="{40B2FFDB-B31F-4104-8D32-3CFA98BFE1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230773" y="452130"/>
                  <a:ext cx="240507" cy="240507"/>
                </a:xfrm>
                <a:prstGeom prst="rect">
                  <a:avLst/>
                </a:prstGeom>
              </p:spPr>
            </p:pic>
            <p:pic>
              <p:nvPicPr>
                <p:cNvPr id="44" name="図 43">
                  <a:extLst>
                    <a:ext uri="{FF2B5EF4-FFF2-40B4-BE49-F238E27FC236}">
                      <a16:creationId xmlns:a16="http://schemas.microsoft.com/office/drawing/2014/main" id="{957BBA1C-ECB3-4756-AA48-449E5CEB3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456574" y="440223"/>
                  <a:ext cx="240507" cy="240507"/>
                </a:xfrm>
                <a:prstGeom prst="rect">
                  <a:avLst/>
                </a:prstGeom>
              </p:spPr>
            </p:pic>
            <p:pic>
              <p:nvPicPr>
                <p:cNvPr id="45" name="図 44">
                  <a:extLst>
                    <a:ext uri="{FF2B5EF4-FFF2-40B4-BE49-F238E27FC236}">
                      <a16:creationId xmlns:a16="http://schemas.microsoft.com/office/drawing/2014/main" id="{F1A07C3A-772E-4F02-B50A-E7B06B8E2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686155" y="452155"/>
                  <a:ext cx="240507" cy="240507"/>
                </a:xfrm>
                <a:prstGeom prst="rect">
                  <a:avLst/>
                </a:prstGeom>
              </p:spPr>
            </p:pic>
            <p:pic>
              <p:nvPicPr>
                <p:cNvPr id="46" name="図 45">
                  <a:extLst>
                    <a:ext uri="{FF2B5EF4-FFF2-40B4-BE49-F238E27FC236}">
                      <a16:creationId xmlns:a16="http://schemas.microsoft.com/office/drawing/2014/main" id="{D13D2380-7F68-479A-AD44-E9DDFE9EC1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949784" y="462302"/>
                  <a:ext cx="240507" cy="240507"/>
                </a:xfrm>
                <a:prstGeom prst="rect">
                  <a:avLst/>
                </a:prstGeom>
              </p:spPr>
            </p:pic>
            <p:pic>
              <p:nvPicPr>
                <p:cNvPr id="47" name="図 46">
                  <a:extLst>
                    <a:ext uri="{FF2B5EF4-FFF2-40B4-BE49-F238E27FC236}">
                      <a16:creationId xmlns:a16="http://schemas.microsoft.com/office/drawing/2014/main" id="{A375DB21-EE31-4355-AC27-2A32225A97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190291" y="454407"/>
                  <a:ext cx="240507" cy="240507"/>
                </a:xfrm>
                <a:prstGeom prst="rect">
                  <a:avLst/>
                </a:prstGeom>
              </p:spPr>
            </p:pic>
            <p:pic>
              <p:nvPicPr>
                <p:cNvPr id="48" name="図 47">
                  <a:extLst>
                    <a:ext uri="{FF2B5EF4-FFF2-40B4-BE49-F238E27FC236}">
                      <a16:creationId xmlns:a16="http://schemas.microsoft.com/office/drawing/2014/main" id="{0E269F9E-C135-4814-B698-0085D8AFCC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413777" y="462302"/>
                  <a:ext cx="240507" cy="240507"/>
                </a:xfrm>
                <a:prstGeom prst="rect">
                  <a:avLst/>
                </a:prstGeom>
              </p:spPr>
            </p:pic>
            <p:pic>
              <p:nvPicPr>
                <p:cNvPr id="49" name="図 48">
                  <a:extLst>
                    <a:ext uri="{FF2B5EF4-FFF2-40B4-BE49-F238E27FC236}">
                      <a16:creationId xmlns:a16="http://schemas.microsoft.com/office/drawing/2014/main" id="{A30DD119-9695-44A9-973D-618B89BA81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620845" y="466993"/>
                  <a:ext cx="240507" cy="240507"/>
                </a:xfrm>
                <a:prstGeom prst="rect">
                  <a:avLst/>
                </a:prstGeom>
              </p:spPr>
            </p:pic>
            <p:pic>
              <p:nvPicPr>
                <p:cNvPr id="50" name="図 49">
                  <a:extLst>
                    <a:ext uri="{FF2B5EF4-FFF2-40B4-BE49-F238E27FC236}">
                      <a16:creationId xmlns:a16="http://schemas.microsoft.com/office/drawing/2014/main" id="{C6506FAD-5ACB-47FF-BCEA-5868AEA880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879246" y="462302"/>
                  <a:ext cx="240507" cy="240507"/>
                </a:xfrm>
                <a:prstGeom prst="rect">
                  <a:avLst/>
                </a:prstGeom>
              </p:spPr>
            </p:pic>
            <p:pic>
              <p:nvPicPr>
                <p:cNvPr id="51" name="図 50">
                  <a:extLst>
                    <a:ext uri="{FF2B5EF4-FFF2-40B4-BE49-F238E27FC236}">
                      <a16:creationId xmlns:a16="http://schemas.microsoft.com/office/drawing/2014/main" id="{5FB3D9A4-307E-44B7-B28D-1F4A4B6A2C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119753" y="452130"/>
                  <a:ext cx="240507" cy="240507"/>
                </a:xfrm>
                <a:prstGeom prst="rect">
                  <a:avLst/>
                </a:prstGeom>
              </p:spPr>
            </p:pic>
            <p:pic>
              <p:nvPicPr>
                <p:cNvPr id="52" name="図 51">
                  <a:extLst>
                    <a:ext uri="{FF2B5EF4-FFF2-40B4-BE49-F238E27FC236}">
                      <a16:creationId xmlns:a16="http://schemas.microsoft.com/office/drawing/2014/main" id="{47F0F0D2-0F75-42F1-AD52-763CEE5D1E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355878" y="452130"/>
                  <a:ext cx="240507" cy="240507"/>
                </a:xfrm>
                <a:prstGeom prst="rect">
                  <a:avLst/>
                </a:prstGeom>
              </p:spPr>
            </p:pic>
            <p:pic>
              <p:nvPicPr>
                <p:cNvPr id="53" name="図 52">
                  <a:extLst>
                    <a:ext uri="{FF2B5EF4-FFF2-40B4-BE49-F238E27FC236}">
                      <a16:creationId xmlns:a16="http://schemas.microsoft.com/office/drawing/2014/main" id="{D1CD6042-32BB-48C1-9005-6B3DCD5C65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607885" y="462301"/>
                  <a:ext cx="240507" cy="240507"/>
                </a:xfrm>
                <a:prstGeom prst="rect">
                  <a:avLst/>
                </a:prstGeom>
              </p:spPr>
            </p:pic>
            <p:pic>
              <p:nvPicPr>
                <p:cNvPr id="54" name="図 53">
                  <a:extLst>
                    <a:ext uri="{FF2B5EF4-FFF2-40B4-BE49-F238E27FC236}">
                      <a16:creationId xmlns:a16="http://schemas.microsoft.com/office/drawing/2014/main" id="{36E67463-8B7E-42FA-9B58-3E9038B7E6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874749" y="468719"/>
                  <a:ext cx="240507" cy="240507"/>
                </a:xfrm>
                <a:prstGeom prst="rect">
                  <a:avLst/>
                </a:prstGeom>
              </p:spPr>
            </p:pic>
            <p:pic>
              <p:nvPicPr>
                <p:cNvPr id="55" name="図 54">
                  <a:extLst>
                    <a:ext uri="{FF2B5EF4-FFF2-40B4-BE49-F238E27FC236}">
                      <a16:creationId xmlns:a16="http://schemas.microsoft.com/office/drawing/2014/main" id="{3710ACA9-0266-422A-8592-ADE00ED19E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096017" y="462301"/>
                  <a:ext cx="240507" cy="240507"/>
                </a:xfrm>
                <a:prstGeom prst="rect">
                  <a:avLst/>
                </a:prstGeom>
              </p:spPr>
            </p:pic>
            <p:pic>
              <p:nvPicPr>
                <p:cNvPr id="56" name="図 55">
                  <a:extLst>
                    <a:ext uri="{FF2B5EF4-FFF2-40B4-BE49-F238E27FC236}">
                      <a16:creationId xmlns:a16="http://schemas.microsoft.com/office/drawing/2014/main" id="{491F6EF6-139C-41B7-8391-1C7D0DAAB7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347310" y="452130"/>
                  <a:ext cx="240507" cy="240507"/>
                </a:xfrm>
                <a:prstGeom prst="rect">
                  <a:avLst/>
                </a:prstGeom>
              </p:spPr>
            </p:pic>
            <p:pic>
              <p:nvPicPr>
                <p:cNvPr id="57" name="図 56">
                  <a:extLst>
                    <a:ext uri="{FF2B5EF4-FFF2-40B4-BE49-F238E27FC236}">
                      <a16:creationId xmlns:a16="http://schemas.microsoft.com/office/drawing/2014/main" id="{DF37D4E2-AB85-4002-8C11-9E16B3CFDF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580725" y="468718"/>
                  <a:ext cx="240507" cy="240507"/>
                </a:xfrm>
                <a:prstGeom prst="rect">
                  <a:avLst/>
                </a:prstGeom>
              </p:spPr>
            </p:pic>
            <p:pic>
              <p:nvPicPr>
                <p:cNvPr id="58" name="図 57">
                  <a:extLst>
                    <a:ext uri="{FF2B5EF4-FFF2-40B4-BE49-F238E27FC236}">
                      <a16:creationId xmlns:a16="http://schemas.microsoft.com/office/drawing/2014/main" id="{B2023A3E-4FF2-498C-8272-574085BC79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844399" y="468952"/>
                  <a:ext cx="240507" cy="240507"/>
                </a:xfrm>
                <a:prstGeom prst="rect">
                  <a:avLst/>
                </a:prstGeom>
              </p:spPr>
            </p:pic>
            <p:pic>
              <p:nvPicPr>
                <p:cNvPr id="59" name="図 58">
                  <a:extLst>
                    <a:ext uri="{FF2B5EF4-FFF2-40B4-BE49-F238E27FC236}">
                      <a16:creationId xmlns:a16="http://schemas.microsoft.com/office/drawing/2014/main" id="{C1BCFB2E-9DED-49A7-9F78-7B3550F602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338925" y="462300"/>
                  <a:ext cx="240507" cy="240507"/>
                </a:xfrm>
                <a:prstGeom prst="rect">
                  <a:avLst/>
                </a:prstGeom>
              </p:spPr>
            </p:pic>
            <p:pic>
              <p:nvPicPr>
                <p:cNvPr id="60" name="図 59">
                  <a:extLst>
                    <a:ext uri="{FF2B5EF4-FFF2-40B4-BE49-F238E27FC236}">
                      <a16:creationId xmlns:a16="http://schemas.microsoft.com/office/drawing/2014/main" id="{8C7AA7EC-CE42-4A6E-8D4C-495FCAF5A4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081360" y="470393"/>
                  <a:ext cx="240507" cy="240507"/>
                </a:xfrm>
                <a:prstGeom prst="rect">
                  <a:avLst/>
                </a:prstGeom>
              </p:spPr>
            </p:pic>
            <p:sp>
              <p:nvSpPr>
                <p:cNvPr id="61" name="テキスト ボックス 60">
                  <a:extLst>
                    <a:ext uri="{FF2B5EF4-FFF2-40B4-BE49-F238E27FC236}">
                      <a16:creationId xmlns:a16="http://schemas.microsoft.com/office/drawing/2014/main" id="{9CE9852C-9D68-4C91-90D1-48B2223D00F0}"/>
                    </a:ext>
                  </a:extLst>
                </p:cNvPr>
                <p:cNvSpPr txBox="1"/>
                <p:nvPr/>
              </p:nvSpPr>
              <p:spPr>
                <a:xfrm>
                  <a:off x="4004021" y="870233"/>
                  <a:ext cx="1913861" cy="400110"/>
                </a:xfrm>
                <a:prstGeom prst="rect">
                  <a:avLst/>
                </a:prstGeom>
                <a:noFill/>
              </p:spPr>
              <p:txBody>
                <a:bodyPr wrap="square" rtlCol="0">
                  <a:spAutoFit/>
                </a:bodyPr>
                <a:lstStyle/>
                <a:p>
                  <a:r>
                    <a:rPr lang="ja-JP" altLang="en-US" sz="1000" dirty="0">
                      <a:solidFill>
                        <a:schemeClr val="bg1"/>
                      </a:solidFill>
                    </a:rPr>
                    <a:t>プレイヤーがトゲの下に来ると、順番に落下</a:t>
                  </a:r>
                  <a:endParaRPr lang="en-US" altLang="ja-JP" sz="1000" dirty="0">
                    <a:solidFill>
                      <a:schemeClr val="bg1"/>
                    </a:solidFill>
                  </a:endParaRPr>
                </a:p>
              </p:txBody>
            </p:sp>
            <p:pic>
              <p:nvPicPr>
                <p:cNvPr id="64" name="図 63">
                  <a:extLst>
                    <a:ext uri="{FF2B5EF4-FFF2-40B4-BE49-F238E27FC236}">
                      <a16:creationId xmlns:a16="http://schemas.microsoft.com/office/drawing/2014/main" id="{F00C737E-9097-4883-8CF3-5EBABD9033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605361" y="472835"/>
                  <a:ext cx="240507" cy="240507"/>
                </a:xfrm>
                <a:prstGeom prst="rect">
                  <a:avLst/>
                </a:prstGeom>
              </p:spPr>
            </p:pic>
            <p:pic>
              <p:nvPicPr>
                <p:cNvPr id="65" name="図 64">
                  <a:extLst>
                    <a:ext uri="{FF2B5EF4-FFF2-40B4-BE49-F238E27FC236}">
                      <a16:creationId xmlns:a16="http://schemas.microsoft.com/office/drawing/2014/main" id="{C2026B8A-2628-4A3A-AA29-127CB8E11D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843061" y="468717"/>
                  <a:ext cx="240507" cy="240507"/>
                </a:xfrm>
                <a:prstGeom prst="rect">
                  <a:avLst/>
                </a:prstGeom>
              </p:spPr>
            </p:pic>
            <p:pic>
              <p:nvPicPr>
                <p:cNvPr id="66" name="図 65">
                  <a:extLst>
                    <a:ext uri="{FF2B5EF4-FFF2-40B4-BE49-F238E27FC236}">
                      <a16:creationId xmlns:a16="http://schemas.microsoft.com/office/drawing/2014/main" id="{681E0A76-551D-462B-8D61-46C428A97D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113226" y="444926"/>
                  <a:ext cx="240507" cy="240507"/>
                </a:xfrm>
                <a:prstGeom prst="rect">
                  <a:avLst/>
                </a:prstGeom>
              </p:spPr>
            </p:pic>
            <p:pic>
              <p:nvPicPr>
                <p:cNvPr id="67" name="図 66">
                  <a:extLst>
                    <a:ext uri="{FF2B5EF4-FFF2-40B4-BE49-F238E27FC236}">
                      <a16:creationId xmlns:a16="http://schemas.microsoft.com/office/drawing/2014/main" id="{89F70811-88CF-40C2-901D-9D6C06899E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392340" y="427063"/>
                  <a:ext cx="240507" cy="240507"/>
                </a:xfrm>
                <a:prstGeom prst="rect">
                  <a:avLst/>
                </a:prstGeom>
              </p:spPr>
            </p:pic>
            <p:pic>
              <p:nvPicPr>
                <p:cNvPr id="68" name="図 67">
                  <a:extLst>
                    <a:ext uri="{FF2B5EF4-FFF2-40B4-BE49-F238E27FC236}">
                      <a16:creationId xmlns:a16="http://schemas.microsoft.com/office/drawing/2014/main" id="{E29C8366-A3F0-41E9-B312-4FA3AFBC2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687571" y="427063"/>
                  <a:ext cx="240507" cy="240507"/>
                </a:xfrm>
                <a:prstGeom prst="rect">
                  <a:avLst/>
                </a:prstGeom>
              </p:spPr>
            </p:pic>
            <p:pic>
              <p:nvPicPr>
                <p:cNvPr id="69" name="図 68">
                  <a:extLst>
                    <a:ext uri="{FF2B5EF4-FFF2-40B4-BE49-F238E27FC236}">
                      <a16:creationId xmlns:a16="http://schemas.microsoft.com/office/drawing/2014/main" id="{D929B5CA-4311-4E59-BE08-095F37A0BC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962569" y="444420"/>
                  <a:ext cx="240507" cy="240507"/>
                </a:xfrm>
                <a:prstGeom prst="rect">
                  <a:avLst/>
                </a:prstGeom>
              </p:spPr>
            </p:pic>
            <p:pic>
              <p:nvPicPr>
                <p:cNvPr id="70" name="図 69">
                  <a:extLst>
                    <a:ext uri="{FF2B5EF4-FFF2-40B4-BE49-F238E27FC236}">
                      <a16:creationId xmlns:a16="http://schemas.microsoft.com/office/drawing/2014/main" id="{9ADB4AE5-5C4C-4862-942C-F62D8CAD3E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211572" y="435549"/>
                  <a:ext cx="240507" cy="240507"/>
                </a:xfrm>
                <a:prstGeom prst="rect">
                  <a:avLst/>
                </a:prstGeom>
              </p:spPr>
            </p:pic>
            <mc:AlternateContent xmlns:mc="http://schemas.openxmlformats.org/markup-compatibility/2006" xmlns:p14="http://schemas.microsoft.com/office/powerpoint/2010/main">
              <mc:Choice Requires="p14">
                <p:contentPart p14:bwMode="auto" r:id="rId6">
                  <p14:nvContentPartPr>
                    <p14:cNvPr id="71" name="インク 70">
                      <a:extLst>
                        <a:ext uri="{FF2B5EF4-FFF2-40B4-BE49-F238E27FC236}">
                          <a16:creationId xmlns:a16="http://schemas.microsoft.com/office/drawing/2014/main" id="{74A990CF-D4DB-42D4-B918-4AD4761D38AC}"/>
                        </a:ext>
                      </a:extLst>
                    </p14:cNvPr>
                    <p14:cNvContentPartPr/>
                    <p14:nvPr/>
                  </p14:nvContentPartPr>
                  <p14:xfrm>
                    <a:off x="7607180" y="444420"/>
                    <a:ext cx="38880" cy="1333080"/>
                  </p14:xfrm>
                </p:contentPart>
              </mc:Choice>
              <mc:Fallback xmlns="">
                <p:pic>
                  <p:nvPicPr>
                    <p:cNvPr id="71" name="インク 70">
                      <a:extLst>
                        <a:ext uri="{FF2B5EF4-FFF2-40B4-BE49-F238E27FC236}">
                          <a16:creationId xmlns:a16="http://schemas.microsoft.com/office/drawing/2014/main" id="{74A990CF-D4DB-42D4-B918-4AD4761D38AC}"/>
                        </a:ext>
                      </a:extLst>
                    </p:cNvPr>
                    <p:cNvPicPr/>
                    <p:nvPr/>
                  </p:nvPicPr>
                  <p:blipFill>
                    <a:blip r:embed="rId7"/>
                    <a:stretch>
                      <a:fillRect/>
                    </a:stretch>
                  </p:blipFill>
                  <p:spPr>
                    <a:xfrm>
                      <a:off x="7602860" y="440100"/>
                      <a:ext cx="47520" cy="1341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7" name="インク 76">
                      <a:extLst>
                        <a:ext uri="{FF2B5EF4-FFF2-40B4-BE49-F238E27FC236}">
                          <a16:creationId xmlns:a16="http://schemas.microsoft.com/office/drawing/2014/main" id="{F9CBC8CF-D629-4A70-9939-B105A71788C6}"/>
                        </a:ext>
                      </a:extLst>
                    </p14:cNvPr>
                    <p14:cNvContentPartPr/>
                    <p14:nvPr/>
                  </p14:nvContentPartPr>
                  <p14:xfrm>
                    <a:off x="10216460" y="1403100"/>
                    <a:ext cx="476280" cy="83160"/>
                  </p14:xfrm>
                </p:contentPart>
              </mc:Choice>
              <mc:Fallback xmlns="">
                <p:pic>
                  <p:nvPicPr>
                    <p:cNvPr id="77" name="インク 76">
                      <a:extLst>
                        <a:ext uri="{FF2B5EF4-FFF2-40B4-BE49-F238E27FC236}">
                          <a16:creationId xmlns:a16="http://schemas.microsoft.com/office/drawing/2014/main" id="{F9CBC8CF-D629-4A70-9939-B105A71788C6}"/>
                        </a:ext>
                      </a:extLst>
                    </p:cNvPr>
                    <p:cNvPicPr/>
                    <p:nvPr/>
                  </p:nvPicPr>
                  <p:blipFill>
                    <a:blip r:embed="rId9"/>
                    <a:stretch>
                      <a:fillRect/>
                    </a:stretch>
                  </p:blipFill>
                  <p:spPr>
                    <a:xfrm>
                      <a:off x="10212140" y="1398780"/>
                      <a:ext cx="4849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9" name="インク 78">
                      <a:extLst>
                        <a:ext uri="{FF2B5EF4-FFF2-40B4-BE49-F238E27FC236}">
                          <a16:creationId xmlns:a16="http://schemas.microsoft.com/office/drawing/2014/main" id="{AA5374CD-6533-4709-A8FD-7E3A773F6B47}"/>
                        </a:ext>
                      </a:extLst>
                    </p14:cNvPr>
                    <p14:cNvContentPartPr/>
                    <p14:nvPr/>
                  </p14:nvContentPartPr>
                  <p14:xfrm>
                    <a:off x="10629740" y="1256940"/>
                    <a:ext cx="103320" cy="171360"/>
                  </p14:xfrm>
                </p:contentPart>
              </mc:Choice>
              <mc:Fallback xmlns="">
                <p:pic>
                  <p:nvPicPr>
                    <p:cNvPr id="79" name="インク 78">
                      <a:extLst>
                        <a:ext uri="{FF2B5EF4-FFF2-40B4-BE49-F238E27FC236}">
                          <a16:creationId xmlns:a16="http://schemas.microsoft.com/office/drawing/2014/main" id="{AA5374CD-6533-4709-A8FD-7E3A773F6B47}"/>
                        </a:ext>
                      </a:extLst>
                    </p:cNvPr>
                    <p:cNvPicPr/>
                    <p:nvPr/>
                  </p:nvPicPr>
                  <p:blipFill>
                    <a:blip r:embed="rId11"/>
                    <a:stretch>
                      <a:fillRect/>
                    </a:stretch>
                  </p:blipFill>
                  <p:spPr>
                    <a:xfrm>
                      <a:off x="10625420" y="1252620"/>
                      <a:ext cx="111960" cy="180000"/>
                    </a:xfrm>
                    <a:prstGeom prst="rect">
                      <a:avLst/>
                    </a:prstGeom>
                  </p:spPr>
                </p:pic>
              </mc:Fallback>
            </mc:AlternateContent>
            <p:grpSp>
              <p:nvGrpSpPr>
                <p:cNvPr id="81" name="グループ化 80">
                  <a:extLst>
                    <a:ext uri="{FF2B5EF4-FFF2-40B4-BE49-F238E27FC236}">
                      <a16:creationId xmlns:a16="http://schemas.microsoft.com/office/drawing/2014/main" id="{AA7FDEE5-06E4-455F-9286-FA2C40D6F4CE}"/>
                    </a:ext>
                  </a:extLst>
                </p:cNvPr>
                <p:cNvGrpSpPr/>
                <p:nvPr/>
              </p:nvGrpSpPr>
              <p:grpSpPr>
                <a:xfrm>
                  <a:off x="10235900" y="1263420"/>
                  <a:ext cx="396000" cy="501480"/>
                  <a:chOff x="10235900" y="1263420"/>
                  <a:chExt cx="396000" cy="501480"/>
                </a:xfrm>
              </p:grpSpPr>
              <mc:AlternateContent xmlns:mc="http://schemas.openxmlformats.org/markup-compatibility/2006" xmlns:p14="http://schemas.microsoft.com/office/powerpoint/2010/main">
                <mc:Choice Requires="p14">
                  <p:contentPart p14:bwMode="auto" r:id="rId12">
                    <p14:nvContentPartPr>
                      <p14:cNvPr id="72" name="インク 71">
                        <a:extLst>
                          <a:ext uri="{FF2B5EF4-FFF2-40B4-BE49-F238E27FC236}">
                            <a16:creationId xmlns:a16="http://schemas.microsoft.com/office/drawing/2014/main" id="{948F7FAA-6807-42EC-A42E-61A5782F0870}"/>
                          </a:ext>
                        </a:extLst>
                      </p14:cNvPr>
                      <p14:cNvContentPartPr/>
                      <p14:nvPr/>
                    </p14:nvContentPartPr>
                    <p14:xfrm>
                      <a:off x="10235900" y="1276380"/>
                      <a:ext cx="360" cy="145440"/>
                    </p14:xfrm>
                  </p:contentPart>
                </mc:Choice>
                <mc:Fallback xmlns="">
                  <p:pic>
                    <p:nvPicPr>
                      <p:cNvPr id="72" name="インク 71">
                        <a:extLst>
                          <a:ext uri="{FF2B5EF4-FFF2-40B4-BE49-F238E27FC236}">
                            <a16:creationId xmlns:a16="http://schemas.microsoft.com/office/drawing/2014/main" id="{948F7FAA-6807-42EC-A42E-61A5782F0870}"/>
                          </a:ext>
                        </a:extLst>
                      </p:cNvPr>
                      <p:cNvPicPr/>
                      <p:nvPr/>
                    </p:nvPicPr>
                    <p:blipFill>
                      <a:blip r:embed="rId13"/>
                      <a:stretch>
                        <a:fillRect/>
                      </a:stretch>
                    </p:blipFill>
                    <p:spPr>
                      <a:xfrm>
                        <a:off x="10231580" y="1272060"/>
                        <a:ext cx="9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3" name="インク 72">
                        <a:extLst>
                          <a:ext uri="{FF2B5EF4-FFF2-40B4-BE49-F238E27FC236}">
                            <a16:creationId xmlns:a16="http://schemas.microsoft.com/office/drawing/2014/main" id="{41FC0381-AAC4-4A35-A772-61EDA0E2CEB2}"/>
                          </a:ext>
                        </a:extLst>
                      </p14:cNvPr>
                      <p14:cNvContentPartPr/>
                      <p14:nvPr/>
                    </p14:nvContentPartPr>
                    <p14:xfrm>
                      <a:off x="10235900" y="1263420"/>
                      <a:ext cx="396000" cy="26280"/>
                    </p14:xfrm>
                  </p:contentPart>
                </mc:Choice>
                <mc:Fallback xmlns="">
                  <p:pic>
                    <p:nvPicPr>
                      <p:cNvPr id="73" name="インク 72">
                        <a:extLst>
                          <a:ext uri="{FF2B5EF4-FFF2-40B4-BE49-F238E27FC236}">
                            <a16:creationId xmlns:a16="http://schemas.microsoft.com/office/drawing/2014/main" id="{41FC0381-AAC4-4A35-A772-61EDA0E2CEB2}"/>
                          </a:ext>
                        </a:extLst>
                      </p:cNvPr>
                      <p:cNvPicPr/>
                      <p:nvPr/>
                    </p:nvPicPr>
                    <p:blipFill>
                      <a:blip r:embed="rId15"/>
                      <a:stretch>
                        <a:fillRect/>
                      </a:stretch>
                    </p:blipFill>
                    <p:spPr>
                      <a:xfrm>
                        <a:off x="10231580" y="1259100"/>
                        <a:ext cx="4046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0" name="インク 79">
                        <a:extLst>
                          <a:ext uri="{FF2B5EF4-FFF2-40B4-BE49-F238E27FC236}">
                            <a16:creationId xmlns:a16="http://schemas.microsoft.com/office/drawing/2014/main" id="{0C50511F-6307-434A-A6AA-C29E38333826}"/>
                          </a:ext>
                        </a:extLst>
                      </p14:cNvPr>
                      <p14:cNvContentPartPr/>
                      <p14:nvPr/>
                    </p14:nvContentPartPr>
                    <p14:xfrm>
                      <a:off x="10413740" y="1453860"/>
                      <a:ext cx="7560" cy="311040"/>
                    </p14:xfrm>
                  </p:contentPart>
                </mc:Choice>
                <mc:Fallback xmlns="">
                  <p:pic>
                    <p:nvPicPr>
                      <p:cNvPr id="80" name="インク 79">
                        <a:extLst>
                          <a:ext uri="{FF2B5EF4-FFF2-40B4-BE49-F238E27FC236}">
                            <a16:creationId xmlns:a16="http://schemas.microsoft.com/office/drawing/2014/main" id="{0C50511F-6307-434A-A6AA-C29E38333826}"/>
                          </a:ext>
                        </a:extLst>
                      </p:cNvPr>
                      <p:cNvPicPr/>
                      <p:nvPr/>
                    </p:nvPicPr>
                    <p:blipFill>
                      <a:blip r:embed="rId17"/>
                      <a:stretch>
                        <a:fillRect/>
                      </a:stretch>
                    </p:blipFill>
                    <p:spPr>
                      <a:xfrm>
                        <a:off x="10409420" y="1449540"/>
                        <a:ext cx="16200" cy="31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82" name="インク 81">
                      <a:extLst>
                        <a:ext uri="{FF2B5EF4-FFF2-40B4-BE49-F238E27FC236}">
                          <a16:creationId xmlns:a16="http://schemas.microsoft.com/office/drawing/2014/main" id="{AFD59E6D-8CBA-4FAA-AE16-FA91223B309E}"/>
                        </a:ext>
                      </a:extLst>
                    </p14:cNvPr>
                    <p14:cNvContentPartPr/>
                    <p14:nvPr/>
                  </p14:nvContentPartPr>
                  <p14:xfrm>
                    <a:off x="10654940" y="1459980"/>
                    <a:ext cx="360" cy="260280"/>
                  </p14:xfrm>
                </p:contentPart>
              </mc:Choice>
              <mc:Fallback xmlns="">
                <p:pic>
                  <p:nvPicPr>
                    <p:cNvPr id="82" name="インク 81">
                      <a:extLst>
                        <a:ext uri="{FF2B5EF4-FFF2-40B4-BE49-F238E27FC236}">
                          <a16:creationId xmlns:a16="http://schemas.microsoft.com/office/drawing/2014/main" id="{AFD59E6D-8CBA-4FAA-AE16-FA91223B309E}"/>
                        </a:ext>
                      </a:extLst>
                    </p:cNvPr>
                    <p:cNvPicPr/>
                    <p:nvPr/>
                  </p:nvPicPr>
                  <p:blipFill>
                    <a:blip r:embed="rId19"/>
                    <a:stretch>
                      <a:fillRect/>
                    </a:stretch>
                  </p:blipFill>
                  <p:spPr>
                    <a:xfrm>
                      <a:off x="10650620" y="1455660"/>
                      <a:ext cx="9000" cy="268920"/>
                    </a:xfrm>
                    <a:prstGeom prst="rect">
                      <a:avLst/>
                    </a:prstGeom>
                  </p:spPr>
                </p:pic>
              </mc:Fallback>
            </mc:AlternateContent>
            <p:grpSp>
              <p:nvGrpSpPr>
                <p:cNvPr id="86" name="グループ化 85">
                  <a:extLst>
                    <a:ext uri="{FF2B5EF4-FFF2-40B4-BE49-F238E27FC236}">
                      <a16:creationId xmlns:a16="http://schemas.microsoft.com/office/drawing/2014/main" id="{744A51E9-C1F8-45CD-B291-A4FC7088FF5F}"/>
                    </a:ext>
                  </a:extLst>
                </p:cNvPr>
                <p:cNvGrpSpPr/>
                <p:nvPr/>
              </p:nvGrpSpPr>
              <p:grpSpPr>
                <a:xfrm>
                  <a:off x="10401140" y="1675980"/>
                  <a:ext cx="25920" cy="83160"/>
                  <a:chOff x="10401140" y="1675980"/>
                  <a:chExt cx="25920" cy="83160"/>
                </a:xfrm>
              </p:grpSpPr>
              <mc:AlternateContent xmlns:mc="http://schemas.openxmlformats.org/markup-compatibility/2006" xmlns:p14="http://schemas.microsoft.com/office/powerpoint/2010/main">
                <mc:Choice Requires="p14">
                  <p:contentPart p14:bwMode="auto" r:id="rId20">
                    <p14:nvContentPartPr>
                      <p14:cNvPr id="83" name="インク 82">
                        <a:extLst>
                          <a:ext uri="{FF2B5EF4-FFF2-40B4-BE49-F238E27FC236}">
                            <a16:creationId xmlns:a16="http://schemas.microsoft.com/office/drawing/2014/main" id="{7F3132B5-37AF-4FE4-967E-8B9E6452F5B2}"/>
                          </a:ext>
                        </a:extLst>
                      </p14:cNvPr>
                      <p14:cNvContentPartPr/>
                      <p14:nvPr/>
                    </p14:nvContentPartPr>
                    <p14:xfrm>
                      <a:off x="10406900" y="1675980"/>
                      <a:ext cx="20160" cy="56520"/>
                    </p14:xfrm>
                  </p:contentPart>
                </mc:Choice>
                <mc:Fallback xmlns="">
                  <p:pic>
                    <p:nvPicPr>
                      <p:cNvPr id="83" name="インク 82">
                        <a:extLst>
                          <a:ext uri="{FF2B5EF4-FFF2-40B4-BE49-F238E27FC236}">
                            <a16:creationId xmlns:a16="http://schemas.microsoft.com/office/drawing/2014/main" id="{7F3132B5-37AF-4FE4-967E-8B9E6452F5B2}"/>
                          </a:ext>
                        </a:extLst>
                      </p:cNvPr>
                      <p:cNvPicPr/>
                      <p:nvPr/>
                    </p:nvPicPr>
                    <p:blipFill>
                      <a:blip r:embed="rId21"/>
                      <a:stretch>
                        <a:fillRect/>
                      </a:stretch>
                    </p:blipFill>
                    <p:spPr>
                      <a:xfrm>
                        <a:off x="10402580" y="1671660"/>
                        <a:ext cx="288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4" name="インク 83">
                        <a:extLst>
                          <a:ext uri="{FF2B5EF4-FFF2-40B4-BE49-F238E27FC236}">
                            <a16:creationId xmlns:a16="http://schemas.microsoft.com/office/drawing/2014/main" id="{A266B9BC-BEC6-4D83-A04D-3EEE32A502B6}"/>
                          </a:ext>
                        </a:extLst>
                      </p14:cNvPr>
                      <p14:cNvContentPartPr/>
                      <p14:nvPr/>
                    </p14:nvContentPartPr>
                    <p14:xfrm>
                      <a:off x="10401140" y="1688940"/>
                      <a:ext cx="6120" cy="70200"/>
                    </p14:xfrm>
                  </p:contentPart>
                </mc:Choice>
                <mc:Fallback xmlns="">
                  <p:pic>
                    <p:nvPicPr>
                      <p:cNvPr id="84" name="インク 83">
                        <a:extLst>
                          <a:ext uri="{FF2B5EF4-FFF2-40B4-BE49-F238E27FC236}">
                            <a16:creationId xmlns:a16="http://schemas.microsoft.com/office/drawing/2014/main" id="{A266B9BC-BEC6-4D83-A04D-3EEE32A502B6}"/>
                          </a:ext>
                        </a:extLst>
                      </p:cNvPr>
                      <p:cNvPicPr/>
                      <p:nvPr/>
                    </p:nvPicPr>
                    <p:blipFill>
                      <a:blip r:embed="rId23"/>
                      <a:stretch>
                        <a:fillRect/>
                      </a:stretch>
                    </p:blipFill>
                    <p:spPr>
                      <a:xfrm>
                        <a:off x="10396820" y="1684620"/>
                        <a:ext cx="14760" cy="78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85" name="インク 84">
                      <a:extLst>
                        <a:ext uri="{FF2B5EF4-FFF2-40B4-BE49-F238E27FC236}">
                          <a16:creationId xmlns:a16="http://schemas.microsoft.com/office/drawing/2014/main" id="{A00B943E-EA0C-4888-9938-19AE8A589DC2}"/>
                        </a:ext>
                      </a:extLst>
                    </p14:cNvPr>
                    <p14:cNvContentPartPr/>
                    <p14:nvPr/>
                  </p14:nvContentPartPr>
                  <p14:xfrm>
                    <a:off x="10598060" y="1682460"/>
                    <a:ext cx="360" cy="17640"/>
                  </p14:xfrm>
                </p:contentPart>
              </mc:Choice>
              <mc:Fallback xmlns="">
                <p:pic>
                  <p:nvPicPr>
                    <p:cNvPr id="85" name="インク 84">
                      <a:extLst>
                        <a:ext uri="{FF2B5EF4-FFF2-40B4-BE49-F238E27FC236}">
                          <a16:creationId xmlns:a16="http://schemas.microsoft.com/office/drawing/2014/main" id="{A00B943E-EA0C-4888-9938-19AE8A589DC2}"/>
                        </a:ext>
                      </a:extLst>
                    </p:cNvPr>
                    <p:cNvPicPr/>
                    <p:nvPr/>
                  </p:nvPicPr>
                  <p:blipFill>
                    <a:blip r:embed="rId25"/>
                    <a:stretch>
                      <a:fillRect/>
                    </a:stretch>
                  </p:blipFill>
                  <p:spPr>
                    <a:xfrm>
                      <a:off x="10593740" y="1678140"/>
                      <a:ext cx="9000" cy="26280"/>
                    </a:xfrm>
                    <a:prstGeom prst="rect">
                      <a:avLst/>
                    </a:prstGeom>
                  </p:spPr>
                </p:pic>
              </mc:Fallback>
            </mc:AlternateContent>
            <p:grpSp>
              <p:nvGrpSpPr>
                <p:cNvPr id="91" name="グループ化 90">
                  <a:extLst>
                    <a:ext uri="{FF2B5EF4-FFF2-40B4-BE49-F238E27FC236}">
                      <a16:creationId xmlns:a16="http://schemas.microsoft.com/office/drawing/2014/main" id="{7132696B-3158-4C3B-A305-0640251E0AA0}"/>
                    </a:ext>
                  </a:extLst>
                </p:cNvPr>
                <p:cNvGrpSpPr/>
                <p:nvPr/>
              </p:nvGrpSpPr>
              <p:grpSpPr>
                <a:xfrm>
                  <a:off x="1199900" y="3111300"/>
                  <a:ext cx="850680" cy="588960"/>
                  <a:chOff x="1199900" y="3111300"/>
                  <a:chExt cx="850680" cy="588960"/>
                </a:xfrm>
              </p:grpSpPr>
              <mc:AlternateContent xmlns:mc="http://schemas.openxmlformats.org/markup-compatibility/2006" xmlns:p14="http://schemas.microsoft.com/office/powerpoint/2010/main">
                <mc:Choice Requires="p14">
                  <p:contentPart p14:bwMode="auto" r:id="rId26">
                    <p14:nvContentPartPr>
                      <p14:cNvPr id="87" name="インク 86">
                        <a:extLst>
                          <a:ext uri="{FF2B5EF4-FFF2-40B4-BE49-F238E27FC236}">
                            <a16:creationId xmlns:a16="http://schemas.microsoft.com/office/drawing/2014/main" id="{2F896DFE-8293-4BFC-9040-B729DB1941C7}"/>
                          </a:ext>
                        </a:extLst>
                      </p14:cNvPr>
                      <p14:cNvContentPartPr/>
                      <p14:nvPr/>
                    </p14:nvContentPartPr>
                    <p14:xfrm>
                      <a:off x="1314020" y="3111300"/>
                      <a:ext cx="559800" cy="588960"/>
                    </p14:xfrm>
                  </p:contentPart>
                </mc:Choice>
                <mc:Fallback xmlns="">
                  <p:pic>
                    <p:nvPicPr>
                      <p:cNvPr id="87" name="インク 86">
                        <a:extLst>
                          <a:ext uri="{FF2B5EF4-FFF2-40B4-BE49-F238E27FC236}">
                            <a16:creationId xmlns:a16="http://schemas.microsoft.com/office/drawing/2014/main" id="{2F896DFE-8293-4BFC-9040-B729DB1941C7}"/>
                          </a:ext>
                        </a:extLst>
                      </p:cNvPr>
                      <p:cNvPicPr/>
                      <p:nvPr/>
                    </p:nvPicPr>
                    <p:blipFill>
                      <a:blip r:embed="rId27"/>
                      <a:stretch>
                        <a:fillRect/>
                      </a:stretch>
                    </p:blipFill>
                    <p:spPr>
                      <a:xfrm>
                        <a:off x="1309700" y="3106980"/>
                        <a:ext cx="568440" cy="597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8" name="インク 87">
                        <a:extLst>
                          <a:ext uri="{FF2B5EF4-FFF2-40B4-BE49-F238E27FC236}">
                            <a16:creationId xmlns:a16="http://schemas.microsoft.com/office/drawing/2014/main" id="{737D5242-CFD5-4489-B7BB-80E86609284B}"/>
                          </a:ext>
                        </a:extLst>
                      </p14:cNvPr>
                      <p14:cNvContentPartPr/>
                      <p14:nvPr/>
                    </p14:nvContentPartPr>
                    <p14:xfrm>
                      <a:off x="1205660" y="3505140"/>
                      <a:ext cx="14400" cy="126360"/>
                    </p14:xfrm>
                  </p:contentPart>
                </mc:Choice>
                <mc:Fallback xmlns="">
                  <p:pic>
                    <p:nvPicPr>
                      <p:cNvPr id="88" name="インク 87">
                        <a:extLst>
                          <a:ext uri="{FF2B5EF4-FFF2-40B4-BE49-F238E27FC236}">
                            <a16:creationId xmlns:a16="http://schemas.microsoft.com/office/drawing/2014/main" id="{737D5242-CFD5-4489-B7BB-80E86609284B}"/>
                          </a:ext>
                        </a:extLst>
                      </p:cNvPr>
                      <p:cNvPicPr/>
                      <p:nvPr/>
                    </p:nvPicPr>
                    <p:blipFill>
                      <a:blip r:embed="rId29"/>
                      <a:stretch>
                        <a:fillRect/>
                      </a:stretch>
                    </p:blipFill>
                    <p:spPr>
                      <a:xfrm>
                        <a:off x="1201340" y="3500820"/>
                        <a:ext cx="23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0" name="インク 89">
                        <a:extLst>
                          <a:ext uri="{FF2B5EF4-FFF2-40B4-BE49-F238E27FC236}">
                            <a16:creationId xmlns:a16="http://schemas.microsoft.com/office/drawing/2014/main" id="{653F6327-0000-45F3-A643-90D687D51CE6}"/>
                          </a:ext>
                        </a:extLst>
                      </p14:cNvPr>
                      <p14:cNvContentPartPr/>
                      <p14:nvPr/>
                    </p14:nvContentPartPr>
                    <p14:xfrm>
                      <a:off x="1199900" y="3505140"/>
                      <a:ext cx="850680" cy="186480"/>
                    </p14:xfrm>
                  </p:contentPart>
                </mc:Choice>
                <mc:Fallback xmlns="">
                  <p:pic>
                    <p:nvPicPr>
                      <p:cNvPr id="90" name="インク 89">
                        <a:extLst>
                          <a:ext uri="{FF2B5EF4-FFF2-40B4-BE49-F238E27FC236}">
                            <a16:creationId xmlns:a16="http://schemas.microsoft.com/office/drawing/2014/main" id="{653F6327-0000-45F3-A643-90D687D51CE6}"/>
                          </a:ext>
                        </a:extLst>
                      </p:cNvPr>
                      <p:cNvPicPr/>
                      <p:nvPr/>
                    </p:nvPicPr>
                    <p:blipFill>
                      <a:blip r:embed="rId31"/>
                      <a:stretch>
                        <a:fillRect/>
                      </a:stretch>
                    </p:blipFill>
                    <p:spPr>
                      <a:xfrm>
                        <a:off x="1195580" y="3500820"/>
                        <a:ext cx="859320" cy="195120"/>
                      </a:xfrm>
                      <a:prstGeom prst="rect">
                        <a:avLst/>
                      </a:prstGeom>
                    </p:spPr>
                  </p:pic>
                </mc:Fallback>
              </mc:AlternateContent>
            </p:grpSp>
            <p:sp>
              <p:nvSpPr>
                <p:cNvPr id="92" name="テキスト ボックス 91">
                  <a:extLst>
                    <a:ext uri="{FF2B5EF4-FFF2-40B4-BE49-F238E27FC236}">
                      <a16:creationId xmlns:a16="http://schemas.microsoft.com/office/drawing/2014/main" id="{703E1299-DC54-439E-B038-B04380F94CEF}"/>
                    </a:ext>
                  </a:extLst>
                </p:cNvPr>
                <p:cNvSpPr txBox="1"/>
                <p:nvPr/>
              </p:nvSpPr>
              <p:spPr>
                <a:xfrm>
                  <a:off x="10251595" y="818201"/>
                  <a:ext cx="1410586" cy="230832"/>
                </a:xfrm>
                <a:prstGeom prst="rect">
                  <a:avLst/>
                </a:prstGeom>
                <a:noFill/>
              </p:spPr>
              <p:txBody>
                <a:bodyPr wrap="square" rtlCol="0">
                  <a:spAutoFit/>
                </a:bodyPr>
                <a:lstStyle/>
                <a:p>
                  <a:r>
                    <a:rPr kumimoji="1" lang="ja-JP" altLang="en-US" sz="900" dirty="0">
                      <a:solidFill>
                        <a:schemeClr val="bg1"/>
                      </a:solidFill>
                    </a:rPr>
                    <a:t>土管</a:t>
                  </a:r>
                </a:p>
              </p:txBody>
            </p:sp>
            <mc:AlternateContent xmlns:mc="http://schemas.openxmlformats.org/markup-compatibility/2006" xmlns:p14="http://schemas.microsoft.com/office/powerpoint/2010/main">
              <mc:Choice Requires="p14">
                <p:contentPart p14:bwMode="auto" r:id="rId32">
                  <p14:nvContentPartPr>
                    <p14:cNvPr id="93" name="インク 92">
                      <a:extLst>
                        <a:ext uri="{FF2B5EF4-FFF2-40B4-BE49-F238E27FC236}">
                          <a16:creationId xmlns:a16="http://schemas.microsoft.com/office/drawing/2014/main" id="{90798920-D201-44AF-89FA-F9269F307596}"/>
                        </a:ext>
                      </a:extLst>
                    </p14:cNvPr>
                    <p14:cNvContentPartPr/>
                    <p14:nvPr/>
                  </p14:nvContentPartPr>
                  <p14:xfrm>
                    <a:off x="10638380" y="1701540"/>
                    <a:ext cx="4320" cy="72000"/>
                  </p14:xfrm>
                </p:contentPart>
              </mc:Choice>
              <mc:Fallback xmlns="">
                <p:pic>
                  <p:nvPicPr>
                    <p:cNvPr id="93" name="インク 92">
                      <a:extLst>
                        <a:ext uri="{FF2B5EF4-FFF2-40B4-BE49-F238E27FC236}">
                          <a16:creationId xmlns:a16="http://schemas.microsoft.com/office/drawing/2014/main" id="{90798920-D201-44AF-89FA-F9269F307596}"/>
                        </a:ext>
                      </a:extLst>
                    </p:cNvPr>
                    <p:cNvPicPr/>
                    <p:nvPr/>
                  </p:nvPicPr>
                  <p:blipFill>
                    <a:blip r:embed="rId33"/>
                    <a:stretch>
                      <a:fillRect/>
                    </a:stretch>
                  </p:blipFill>
                  <p:spPr>
                    <a:xfrm>
                      <a:off x="10634060" y="1697220"/>
                      <a:ext cx="12960" cy="80640"/>
                    </a:xfrm>
                    <a:prstGeom prst="rect">
                      <a:avLst/>
                    </a:prstGeom>
                  </p:spPr>
                </p:pic>
              </mc:Fallback>
            </mc:AlternateContent>
            <p:pic>
              <p:nvPicPr>
                <p:cNvPr id="94" name="図 93">
                  <a:extLst>
                    <a:ext uri="{FF2B5EF4-FFF2-40B4-BE49-F238E27FC236}">
                      <a16:creationId xmlns:a16="http://schemas.microsoft.com/office/drawing/2014/main" id="{4C56E49D-D5CB-4488-82E0-6A5F239C36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478886" y="452617"/>
                  <a:ext cx="240507" cy="240507"/>
                </a:xfrm>
                <a:prstGeom prst="rect">
                  <a:avLst/>
                </a:prstGeom>
              </p:spPr>
            </p:pic>
            <p:pic>
              <p:nvPicPr>
                <p:cNvPr id="95" name="図 94">
                  <a:extLst>
                    <a:ext uri="{FF2B5EF4-FFF2-40B4-BE49-F238E27FC236}">
                      <a16:creationId xmlns:a16="http://schemas.microsoft.com/office/drawing/2014/main" id="{66517DD1-6782-48D5-AA6F-58E244FC21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772309" y="455085"/>
                  <a:ext cx="240507" cy="240507"/>
                </a:xfrm>
                <a:prstGeom prst="rect">
                  <a:avLst/>
                </a:prstGeom>
              </p:spPr>
            </p:pic>
            <p:sp>
              <p:nvSpPr>
                <p:cNvPr id="96" name="テキスト ボックス 95">
                  <a:extLst>
                    <a:ext uri="{FF2B5EF4-FFF2-40B4-BE49-F238E27FC236}">
                      <a16:creationId xmlns:a16="http://schemas.microsoft.com/office/drawing/2014/main" id="{41337AA1-A504-4A9F-B11C-EFE5219BC55E}"/>
                    </a:ext>
                  </a:extLst>
                </p:cNvPr>
                <p:cNvSpPr txBox="1"/>
                <p:nvPr/>
              </p:nvSpPr>
              <p:spPr>
                <a:xfrm>
                  <a:off x="6347310" y="997394"/>
                  <a:ext cx="1410586" cy="369332"/>
                </a:xfrm>
                <a:prstGeom prst="rect">
                  <a:avLst/>
                </a:prstGeom>
                <a:noFill/>
              </p:spPr>
              <p:txBody>
                <a:bodyPr wrap="square" rtlCol="0">
                  <a:spAutoFit/>
                </a:bodyPr>
                <a:lstStyle/>
                <a:p>
                  <a:r>
                    <a:rPr lang="ja-JP" altLang="en-US" sz="900" dirty="0">
                      <a:solidFill>
                        <a:schemeClr val="bg1"/>
                      </a:solidFill>
                    </a:rPr>
                    <a:t>穴の手前まで、トゲが落下</a:t>
                  </a:r>
                  <a:endParaRPr kumimoji="1" lang="ja-JP" altLang="en-US" sz="900" dirty="0">
                    <a:solidFill>
                      <a:schemeClr val="bg1"/>
                    </a:solidFill>
                  </a:endParaRPr>
                </a:p>
              </p:txBody>
            </p:sp>
            <mc:AlternateContent xmlns:mc="http://schemas.openxmlformats.org/markup-compatibility/2006" xmlns:p14="http://schemas.microsoft.com/office/powerpoint/2010/main">
              <mc:Choice Requires="p14">
                <p:contentPart p14:bwMode="auto" r:id="rId34">
                  <p14:nvContentPartPr>
                    <p14:cNvPr id="97" name="インク 96">
                      <a:extLst>
                        <a:ext uri="{FF2B5EF4-FFF2-40B4-BE49-F238E27FC236}">
                          <a16:creationId xmlns:a16="http://schemas.microsoft.com/office/drawing/2014/main" id="{0ADDE82D-5CF4-4B95-BC4A-1894EEC208B1}"/>
                        </a:ext>
                      </a:extLst>
                    </p14:cNvPr>
                    <p14:cNvContentPartPr/>
                    <p14:nvPr/>
                  </p14:nvContentPartPr>
                  <p14:xfrm>
                    <a:off x="9461180" y="457020"/>
                    <a:ext cx="630000" cy="311760"/>
                  </p14:xfrm>
                </p:contentPart>
              </mc:Choice>
              <mc:Fallback xmlns="">
                <p:pic>
                  <p:nvPicPr>
                    <p:cNvPr id="97" name="インク 96">
                      <a:extLst>
                        <a:ext uri="{FF2B5EF4-FFF2-40B4-BE49-F238E27FC236}">
                          <a16:creationId xmlns:a16="http://schemas.microsoft.com/office/drawing/2014/main" id="{0ADDE82D-5CF4-4B95-BC4A-1894EEC208B1}"/>
                        </a:ext>
                      </a:extLst>
                    </p:cNvPr>
                    <p:cNvPicPr/>
                    <p:nvPr/>
                  </p:nvPicPr>
                  <p:blipFill>
                    <a:blip r:embed="rId35"/>
                    <a:stretch>
                      <a:fillRect/>
                    </a:stretch>
                  </p:blipFill>
                  <p:spPr>
                    <a:xfrm>
                      <a:off x="9456860" y="452700"/>
                      <a:ext cx="638640" cy="320400"/>
                    </a:xfrm>
                    <a:prstGeom prst="rect">
                      <a:avLst/>
                    </a:prstGeom>
                  </p:spPr>
                </p:pic>
              </mc:Fallback>
            </mc:AlternateContent>
            <p:grpSp>
              <p:nvGrpSpPr>
                <p:cNvPr id="105" name="グループ化 104">
                  <a:extLst>
                    <a:ext uri="{FF2B5EF4-FFF2-40B4-BE49-F238E27FC236}">
                      <a16:creationId xmlns:a16="http://schemas.microsoft.com/office/drawing/2014/main" id="{2710CE8A-AC9A-4F8E-91EF-2678353D8399}"/>
                    </a:ext>
                  </a:extLst>
                </p:cNvPr>
                <p:cNvGrpSpPr/>
                <p:nvPr/>
              </p:nvGrpSpPr>
              <p:grpSpPr>
                <a:xfrm>
                  <a:off x="9086420" y="768060"/>
                  <a:ext cx="786600" cy="972000"/>
                  <a:chOff x="9086420" y="768060"/>
                  <a:chExt cx="786600" cy="972000"/>
                </a:xfrm>
              </p:grpSpPr>
              <mc:AlternateContent xmlns:mc="http://schemas.openxmlformats.org/markup-compatibility/2006" xmlns:p14="http://schemas.microsoft.com/office/powerpoint/2010/main">
                <mc:Choice Requires="p14">
                  <p:contentPart p14:bwMode="auto" r:id="rId36">
                    <p14:nvContentPartPr>
                      <p14:cNvPr id="98" name="インク 97">
                        <a:extLst>
                          <a:ext uri="{FF2B5EF4-FFF2-40B4-BE49-F238E27FC236}">
                            <a16:creationId xmlns:a16="http://schemas.microsoft.com/office/drawing/2014/main" id="{5AB894C6-CFA6-4C0B-8190-B98CA228B65D}"/>
                          </a:ext>
                        </a:extLst>
                      </p14:cNvPr>
                      <p14:cNvContentPartPr/>
                      <p14:nvPr/>
                    </p14:nvContentPartPr>
                    <p14:xfrm>
                      <a:off x="9678260" y="768060"/>
                      <a:ext cx="88560" cy="972000"/>
                    </p14:xfrm>
                  </p:contentPart>
                </mc:Choice>
                <mc:Fallback xmlns="">
                  <p:pic>
                    <p:nvPicPr>
                      <p:cNvPr id="98" name="インク 97">
                        <a:extLst>
                          <a:ext uri="{FF2B5EF4-FFF2-40B4-BE49-F238E27FC236}">
                            <a16:creationId xmlns:a16="http://schemas.microsoft.com/office/drawing/2014/main" id="{5AB894C6-CFA6-4C0B-8190-B98CA228B65D}"/>
                          </a:ext>
                        </a:extLst>
                      </p:cNvPr>
                      <p:cNvPicPr/>
                      <p:nvPr/>
                    </p:nvPicPr>
                    <p:blipFill>
                      <a:blip r:embed="rId37"/>
                      <a:stretch>
                        <a:fillRect/>
                      </a:stretch>
                    </p:blipFill>
                    <p:spPr>
                      <a:xfrm>
                        <a:off x="9673940" y="763740"/>
                        <a:ext cx="97200" cy="980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9" name="インク 98">
                        <a:extLst>
                          <a:ext uri="{FF2B5EF4-FFF2-40B4-BE49-F238E27FC236}">
                            <a16:creationId xmlns:a16="http://schemas.microsoft.com/office/drawing/2014/main" id="{7A102583-1E68-4EB9-9883-56BD72EE4920}"/>
                          </a:ext>
                        </a:extLst>
                      </p14:cNvPr>
                      <p14:cNvContentPartPr/>
                      <p14:nvPr/>
                    </p14:nvContentPartPr>
                    <p14:xfrm>
                      <a:off x="9747020" y="1605060"/>
                      <a:ext cx="126000" cy="109800"/>
                    </p14:xfrm>
                  </p:contentPart>
                </mc:Choice>
                <mc:Fallback xmlns="">
                  <p:pic>
                    <p:nvPicPr>
                      <p:cNvPr id="99" name="インク 98">
                        <a:extLst>
                          <a:ext uri="{FF2B5EF4-FFF2-40B4-BE49-F238E27FC236}">
                            <a16:creationId xmlns:a16="http://schemas.microsoft.com/office/drawing/2014/main" id="{7A102583-1E68-4EB9-9883-56BD72EE4920}"/>
                          </a:ext>
                        </a:extLst>
                      </p:cNvPr>
                      <p:cNvPicPr/>
                      <p:nvPr/>
                    </p:nvPicPr>
                    <p:blipFill>
                      <a:blip r:embed="rId39"/>
                      <a:stretch>
                        <a:fillRect/>
                      </a:stretch>
                    </p:blipFill>
                    <p:spPr>
                      <a:xfrm>
                        <a:off x="9742700" y="1600740"/>
                        <a:ext cx="1346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1" name="インク 100">
                        <a:extLst>
                          <a:ext uri="{FF2B5EF4-FFF2-40B4-BE49-F238E27FC236}">
                            <a16:creationId xmlns:a16="http://schemas.microsoft.com/office/drawing/2014/main" id="{DFFE130A-AC7F-45F0-8F19-DBD0FC2BAF74}"/>
                          </a:ext>
                        </a:extLst>
                      </p14:cNvPr>
                      <p14:cNvContentPartPr/>
                      <p14:nvPr/>
                    </p14:nvContentPartPr>
                    <p14:xfrm>
                      <a:off x="9099380" y="1580580"/>
                      <a:ext cx="532800" cy="45000"/>
                    </p14:xfrm>
                  </p:contentPart>
                </mc:Choice>
                <mc:Fallback xmlns="">
                  <p:pic>
                    <p:nvPicPr>
                      <p:cNvPr id="101" name="インク 100">
                        <a:extLst>
                          <a:ext uri="{FF2B5EF4-FFF2-40B4-BE49-F238E27FC236}">
                            <a16:creationId xmlns:a16="http://schemas.microsoft.com/office/drawing/2014/main" id="{DFFE130A-AC7F-45F0-8F19-DBD0FC2BAF74}"/>
                          </a:ext>
                        </a:extLst>
                      </p:cNvPr>
                      <p:cNvPicPr/>
                      <p:nvPr/>
                    </p:nvPicPr>
                    <p:blipFill>
                      <a:blip r:embed="rId41"/>
                      <a:stretch>
                        <a:fillRect/>
                      </a:stretch>
                    </p:blipFill>
                    <p:spPr>
                      <a:xfrm>
                        <a:off x="9095060" y="1576260"/>
                        <a:ext cx="5414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3" name="インク 102">
                        <a:extLst>
                          <a:ext uri="{FF2B5EF4-FFF2-40B4-BE49-F238E27FC236}">
                            <a16:creationId xmlns:a16="http://schemas.microsoft.com/office/drawing/2014/main" id="{624819C1-D453-454E-A5C1-46AC7A006940}"/>
                          </a:ext>
                        </a:extLst>
                      </p14:cNvPr>
                      <p14:cNvContentPartPr/>
                      <p14:nvPr/>
                    </p14:nvContentPartPr>
                    <p14:xfrm>
                      <a:off x="9086420" y="1470060"/>
                      <a:ext cx="194040" cy="67680"/>
                    </p14:xfrm>
                  </p:contentPart>
                </mc:Choice>
                <mc:Fallback xmlns="">
                  <p:pic>
                    <p:nvPicPr>
                      <p:cNvPr id="103" name="インク 102">
                        <a:extLst>
                          <a:ext uri="{FF2B5EF4-FFF2-40B4-BE49-F238E27FC236}">
                            <a16:creationId xmlns:a16="http://schemas.microsoft.com/office/drawing/2014/main" id="{624819C1-D453-454E-A5C1-46AC7A006940}"/>
                          </a:ext>
                        </a:extLst>
                      </p:cNvPr>
                      <p:cNvPicPr/>
                      <p:nvPr/>
                    </p:nvPicPr>
                    <p:blipFill>
                      <a:blip r:embed="rId43"/>
                      <a:stretch>
                        <a:fillRect/>
                      </a:stretch>
                    </p:blipFill>
                    <p:spPr>
                      <a:xfrm>
                        <a:off x="9082100" y="1465740"/>
                        <a:ext cx="2026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04" name="インク 103">
                        <a:extLst>
                          <a:ext uri="{FF2B5EF4-FFF2-40B4-BE49-F238E27FC236}">
                            <a16:creationId xmlns:a16="http://schemas.microsoft.com/office/drawing/2014/main" id="{4BDCBCEF-92A2-4B59-AF5B-7013528E8A92}"/>
                          </a:ext>
                        </a:extLst>
                      </p14:cNvPr>
                      <p14:cNvContentPartPr/>
                      <p14:nvPr/>
                    </p14:nvContentPartPr>
                    <p14:xfrm>
                      <a:off x="9092900" y="1530180"/>
                      <a:ext cx="129240" cy="194760"/>
                    </p14:xfrm>
                  </p:contentPart>
                </mc:Choice>
                <mc:Fallback xmlns="">
                  <p:pic>
                    <p:nvPicPr>
                      <p:cNvPr id="104" name="インク 103">
                        <a:extLst>
                          <a:ext uri="{FF2B5EF4-FFF2-40B4-BE49-F238E27FC236}">
                            <a16:creationId xmlns:a16="http://schemas.microsoft.com/office/drawing/2014/main" id="{4BDCBCEF-92A2-4B59-AF5B-7013528E8A92}"/>
                          </a:ext>
                        </a:extLst>
                      </p:cNvPr>
                      <p:cNvPicPr/>
                      <p:nvPr/>
                    </p:nvPicPr>
                    <p:blipFill>
                      <a:blip r:embed="rId45"/>
                      <a:stretch>
                        <a:fillRect/>
                      </a:stretch>
                    </p:blipFill>
                    <p:spPr>
                      <a:xfrm>
                        <a:off x="9088580" y="1525860"/>
                        <a:ext cx="137880" cy="203400"/>
                      </a:xfrm>
                      <a:prstGeom prst="rect">
                        <a:avLst/>
                      </a:prstGeom>
                    </p:spPr>
                  </p:pic>
                </mc:Fallback>
              </mc:AlternateContent>
            </p:grpSp>
            <p:sp>
              <p:nvSpPr>
                <p:cNvPr id="106" name="テキスト ボックス 105">
                  <a:extLst>
                    <a:ext uri="{FF2B5EF4-FFF2-40B4-BE49-F238E27FC236}">
                      <a16:creationId xmlns:a16="http://schemas.microsoft.com/office/drawing/2014/main" id="{0E1BE4A1-4D64-4F7E-B30B-5748ADD7833E}"/>
                    </a:ext>
                  </a:extLst>
                </p:cNvPr>
                <p:cNvSpPr txBox="1"/>
                <p:nvPr/>
              </p:nvSpPr>
              <p:spPr>
                <a:xfrm>
                  <a:off x="8412394" y="855598"/>
                  <a:ext cx="1410586" cy="646331"/>
                </a:xfrm>
                <a:prstGeom prst="rect">
                  <a:avLst/>
                </a:prstGeom>
                <a:noFill/>
              </p:spPr>
              <p:txBody>
                <a:bodyPr wrap="square" rtlCol="0">
                  <a:spAutoFit/>
                </a:bodyPr>
                <a:lstStyle/>
                <a:p>
                  <a:r>
                    <a:rPr kumimoji="1" lang="ja-JP" altLang="en-US" sz="900" dirty="0">
                      <a:solidFill>
                        <a:schemeClr val="bg1"/>
                      </a:solidFill>
                    </a:rPr>
                    <a:t>この二つだけ落下し、地面に刺さった後　高速で左に移動し、プレイヤーを殺す</a:t>
                  </a:r>
                </a:p>
              </p:txBody>
            </p:sp>
            <mc:AlternateContent xmlns:mc="http://schemas.openxmlformats.org/markup-compatibility/2006" xmlns:p14="http://schemas.microsoft.com/office/powerpoint/2010/main">
              <mc:Choice Requires="p14">
                <p:contentPart p14:bwMode="auto" r:id="rId46">
                  <p14:nvContentPartPr>
                    <p14:cNvPr id="107" name="インク 106">
                      <a:extLst>
                        <a:ext uri="{FF2B5EF4-FFF2-40B4-BE49-F238E27FC236}">
                          <a16:creationId xmlns:a16="http://schemas.microsoft.com/office/drawing/2014/main" id="{27ECE4B2-77C1-42B2-A403-420F0FD5C136}"/>
                        </a:ext>
                      </a:extLst>
                    </p14:cNvPr>
                    <p14:cNvContentPartPr/>
                    <p14:nvPr/>
                  </p14:nvContentPartPr>
                  <p14:xfrm>
                    <a:off x="3981260" y="6508260"/>
                    <a:ext cx="360" cy="323640"/>
                  </p14:xfrm>
                </p:contentPart>
              </mc:Choice>
              <mc:Fallback xmlns="">
                <p:pic>
                  <p:nvPicPr>
                    <p:cNvPr id="107" name="インク 106">
                      <a:extLst>
                        <a:ext uri="{FF2B5EF4-FFF2-40B4-BE49-F238E27FC236}">
                          <a16:creationId xmlns:a16="http://schemas.microsoft.com/office/drawing/2014/main" id="{27ECE4B2-77C1-42B2-A403-420F0FD5C136}"/>
                        </a:ext>
                      </a:extLst>
                    </p:cNvPr>
                    <p:cNvPicPr/>
                    <p:nvPr/>
                  </p:nvPicPr>
                  <p:blipFill>
                    <a:blip r:embed="rId47"/>
                    <a:stretch>
                      <a:fillRect/>
                    </a:stretch>
                  </p:blipFill>
                  <p:spPr>
                    <a:xfrm>
                      <a:off x="3976940" y="6503940"/>
                      <a:ext cx="900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3" name="インク 112">
                      <a:extLst>
                        <a:ext uri="{FF2B5EF4-FFF2-40B4-BE49-F238E27FC236}">
                          <a16:creationId xmlns:a16="http://schemas.microsoft.com/office/drawing/2014/main" id="{4DD66FDE-D202-4495-B673-EDACEA9A17BF}"/>
                        </a:ext>
                      </a:extLst>
                    </p14:cNvPr>
                    <p14:cNvContentPartPr/>
                    <p14:nvPr/>
                  </p14:nvContentPartPr>
                  <p14:xfrm>
                    <a:off x="3949580" y="6508260"/>
                    <a:ext cx="1779840" cy="306000"/>
                  </p14:xfrm>
                </p:contentPart>
              </mc:Choice>
              <mc:Fallback xmlns="">
                <p:pic>
                  <p:nvPicPr>
                    <p:cNvPr id="113" name="インク 112">
                      <a:extLst>
                        <a:ext uri="{FF2B5EF4-FFF2-40B4-BE49-F238E27FC236}">
                          <a16:creationId xmlns:a16="http://schemas.microsoft.com/office/drawing/2014/main" id="{4DD66FDE-D202-4495-B673-EDACEA9A17BF}"/>
                        </a:ext>
                      </a:extLst>
                    </p:cNvPr>
                    <p:cNvPicPr/>
                    <p:nvPr/>
                  </p:nvPicPr>
                  <p:blipFill>
                    <a:blip r:embed="rId49"/>
                    <a:stretch>
                      <a:fillRect/>
                    </a:stretch>
                  </p:blipFill>
                  <p:spPr>
                    <a:xfrm>
                      <a:off x="3945260" y="6503940"/>
                      <a:ext cx="1788480" cy="314640"/>
                    </a:xfrm>
                    <a:prstGeom prst="rect">
                      <a:avLst/>
                    </a:prstGeom>
                  </p:spPr>
                </p:pic>
              </mc:Fallback>
            </mc:AlternateContent>
            <p:sp>
              <p:nvSpPr>
                <p:cNvPr id="114" name="テキスト ボックス 113">
                  <a:extLst>
                    <a:ext uri="{FF2B5EF4-FFF2-40B4-BE49-F238E27FC236}">
                      <a16:creationId xmlns:a16="http://schemas.microsoft.com/office/drawing/2014/main" id="{6A9D596C-49AA-457C-99F5-E92C35D11740}"/>
                    </a:ext>
                  </a:extLst>
                </p:cNvPr>
                <p:cNvSpPr txBox="1"/>
                <p:nvPr/>
              </p:nvSpPr>
              <p:spPr>
                <a:xfrm>
                  <a:off x="4283075" y="5803101"/>
                  <a:ext cx="1913861" cy="369332"/>
                </a:xfrm>
                <a:prstGeom prst="rect">
                  <a:avLst/>
                </a:prstGeom>
                <a:noFill/>
              </p:spPr>
              <p:txBody>
                <a:bodyPr wrap="square" rtlCol="0">
                  <a:spAutoFit/>
                </a:bodyPr>
                <a:lstStyle/>
                <a:p>
                  <a:r>
                    <a:rPr kumimoji="1" lang="ja-JP" altLang="en-US" sz="900" dirty="0">
                      <a:solidFill>
                        <a:schemeClr val="bg1"/>
                      </a:solidFill>
                    </a:rPr>
                    <a:t>床が消える　フェイントかけるほど近づけば死なない</a:t>
                  </a:r>
                </a:p>
              </p:txBody>
            </p:sp>
          </p:grpSp>
          <p:pic>
            <p:nvPicPr>
              <p:cNvPr id="116" name="図 115">
                <a:extLst>
                  <a:ext uri="{FF2B5EF4-FFF2-40B4-BE49-F238E27FC236}">
                    <a16:creationId xmlns:a16="http://schemas.microsoft.com/office/drawing/2014/main" id="{653A967C-2476-46A2-9259-131BF7D8BE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2812" y="6396809"/>
                <a:ext cx="240507" cy="240507"/>
              </a:xfrm>
              <a:prstGeom prst="rect">
                <a:avLst/>
              </a:prstGeom>
            </p:spPr>
          </p:pic>
          <p:pic>
            <p:nvPicPr>
              <p:cNvPr id="117" name="図 116">
                <a:extLst>
                  <a:ext uri="{FF2B5EF4-FFF2-40B4-BE49-F238E27FC236}">
                    <a16:creationId xmlns:a16="http://schemas.microsoft.com/office/drawing/2014/main" id="{F2F108C4-E740-4CD4-B8E3-6BCABA8079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7817" y="6386343"/>
                <a:ext cx="240507" cy="240507"/>
              </a:xfrm>
              <a:prstGeom prst="rect">
                <a:avLst/>
              </a:prstGeom>
            </p:spPr>
          </p:pic>
          <p:pic>
            <p:nvPicPr>
              <p:cNvPr id="118" name="図 117">
                <a:extLst>
                  <a:ext uri="{FF2B5EF4-FFF2-40B4-BE49-F238E27FC236}">
                    <a16:creationId xmlns:a16="http://schemas.microsoft.com/office/drawing/2014/main" id="{0EB5C80A-76EF-49DD-BD57-2C3FA7E880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8324" y="6381665"/>
                <a:ext cx="240507" cy="240507"/>
              </a:xfrm>
              <a:prstGeom prst="rect">
                <a:avLst/>
              </a:prstGeom>
            </p:spPr>
          </p:pic>
          <p:sp>
            <p:nvSpPr>
              <p:cNvPr id="121" name="テキスト ボックス 120">
                <a:extLst>
                  <a:ext uri="{FF2B5EF4-FFF2-40B4-BE49-F238E27FC236}">
                    <a16:creationId xmlns:a16="http://schemas.microsoft.com/office/drawing/2014/main" id="{F0EBB087-DE86-4DFA-AD49-7C5DC758F15F}"/>
                  </a:ext>
                </a:extLst>
              </p:cNvPr>
              <p:cNvSpPr txBox="1"/>
              <p:nvPr/>
            </p:nvSpPr>
            <p:spPr>
              <a:xfrm>
                <a:off x="6007721" y="6079426"/>
                <a:ext cx="1913861" cy="230832"/>
              </a:xfrm>
              <a:prstGeom prst="rect">
                <a:avLst/>
              </a:prstGeom>
              <a:noFill/>
            </p:spPr>
            <p:txBody>
              <a:bodyPr wrap="square" rtlCol="0">
                <a:spAutoFit/>
              </a:bodyPr>
              <a:lstStyle/>
              <a:p>
                <a:r>
                  <a:rPr lang="ja-JP" altLang="en-US" sz="900" dirty="0">
                    <a:solidFill>
                      <a:schemeClr val="bg1"/>
                    </a:solidFill>
                  </a:rPr>
                  <a:t>近づくまで見えないトゲ</a:t>
                </a:r>
                <a:endParaRPr kumimoji="1" lang="ja-JP" altLang="en-US" sz="900" dirty="0">
                  <a:solidFill>
                    <a:schemeClr val="bg1"/>
                  </a:solidFill>
                </a:endParaRPr>
              </a:p>
            </p:txBody>
          </p:sp>
          <mc:AlternateContent xmlns:mc="http://schemas.openxmlformats.org/markup-compatibility/2006" xmlns:p14="http://schemas.microsoft.com/office/powerpoint/2010/main">
            <mc:Choice Requires="p14">
              <p:contentPart p14:bwMode="auto" r:id="rId50">
                <p14:nvContentPartPr>
                  <p14:cNvPr id="122" name="インク 121">
                    <a:extLst>
                      <a:ext uri="{FF2B5EF4-FFF2-40B4-BE49-F238E27FC236}">
                        <a16:creationId xmlns:a16="http://schemas.microsoft.com/office/drawing/2014/main" id="{9E335B96-30E3-42FA-B9DB-B6F312BAF4FC}"/>
                      </a:ext>
                    </a:extLst>
                  </p14:cNvPr>
                  <p14:cNvContentPartPr/>
                  <p14:nvPr/>
                </p14:nvContentPartPr>
                <p14:xfrm>
                  <a:off x="7808420" y="6590340"/>
                  <a:ext cx="257040" cy="244080"/>
                </p14:xfrm>
              </p:contentPart>
            </mc:Choice>
            <mc:Fallback xmlns="">
              <p:pic>
                <p:nvPicPr>
                  <p:cNvPr id="122" name="インク 121">
                    <a:extLst>
                      <a:ext uri="{FF2B5EF4-FFF2-40B4-BE49-F238E27FC236}">
                        <a16:creationId xmlns:a16="http://schemas.microsoft.com/office/drawing/2014/main" id="{9E335B96-30E3-42FA-B9DB-B6F312BAF4FC}"/>
                      </a:ext>
                    </a:extLst>
                  </p:cNvPr>
                  <p:cNvPicPr/>
                  <p:nvPr/>
                </p:nvPicPr>
                <p:blipFill>
                  <a:blip r:embed="rId51"/>
                  <a:stretch>
                    <a:fillRect/>
                  </a:stretch>
                </p:blipFill>
                <p:spPr>
                  <a:xfrm>
                    <a:off x="7804100" y="6586020"/>
                    <a:ext cx="2656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23" name="インク 122">
                    <a:extLst>
                      <a:ext uri="{FF2B5EF4-FFF2-40B4-BE49-F238E27FC236}">
                        <a16:creationId xmlns:a16="http://schemas.microsoft.com/office/drawing/2014/main" id="{709CE858-444F-4D7E-980B-48088C6BF6BC}"/>
                      </a:ext>
                    </a:extLst>
                  </p14:cNvPr>
                  <p14:cNvContentPartPr/>
                  <p14:nvPr/>
                </p14:nvContentPartPr>
                <p14:xfrm>
                  <a:off x="7797260" y="5224860"/>
                  <a:ext cx="236880" cy="313920"/>
                </p14:xfrm>
              </p:contentPart>
            </mc:Choice>
            <mc:Fallback xmlns="">
              <p:pic>
                <p:nvPicPr>
                  <p:cNvPr id="123" name="インク 122">
                    <a:extLst>
                      <a:ext uri="{FF2B5EF4-FFF2-40B4-BE49-F238E27FC236}">
                        <a16:creationId xmlns:a16="http://schemas.microsoft.com/office/drawing/2014/main" id="{709CE858-444F-4D7E-980B-48088C6BF6BC}"/>
                      </a:ext>
                    </a:extLst>
                  </p:cNvPr>
                  <p:cNvPicPr/>
                  <p:nvPr/>
                </p:nvPicPr>
                <p:blipFill>
                  <a:blip r:embed="rId53"/>
                  <a:stretch>
                    <a:fillRect/>
                  </a:stretch>
                </p:blipFill>
                <p:spPr>
                  <a:xfrm>
                    <a:off x="7792940" y="5220540"/>
                    <a:ext cx="2455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24" name="インク 123">
                    <a:extLst>
                      <a:ext uri="{FF2B5EF4-FFF2-40B4-BE49-F238E27FC236}">
                        <a16:creationId xmlns:a16="http://schemas.microsoft.com/office/drawing/2014/main" id="{13F996C5-4C36-46A8-92BA-AA201218753A}"/>
                      </a:ext>
                    </a:extLst>
                  </p14:cNvPr>
                  <p14:cNvContentPartPr/>
                  <p14:nvPr/>
                </p14:nvContentPartPr>
                <p14:xfrm>
                  <a:off x="7797620" y="5506020"/>
                  <a:ext cx="19800" cy="1078920"/>
                </p14:xfrm>
              </p:contentPart>
            </mc:Choice>
            <mc:Fallback xmlns="">
              <p:pic>
                <p:nvPicPr>
                  <p:cNvPr id="124" name="インク 123">
                    <a:extLst>
                      <a:ext uri="{FF2B5EF4-FFF2-40B4-BE49-F238E27FC236}">
                        <a16:creationId xmlns:a16="http://schemas.microsoft.com/office/drawing/2014/main" id="{13F996C5-4C36-46A8-92BA-AA201218753A}"/>
                      </a:ext>
                    </a:extLst>
                  </p:cNvPr>
                  <p:cNvPicPr/>
                  <p:nvPr/>
                </p:nvPicPr>
                <p:blipFill>
                  <a:blip r:embed="rId55"/>
                  <a:stretch>
                    <a:fillRect/>
                  </a:stretch>
                </p:blipFill>
                <p:spPr>
                  <a:xfrm>
                    <a:off x="7793300" y="5501700"/>
                    <a:ext cx="28440" cy="1087560"/>
                  </a:xfrm>
                  <a:prstGeom prst="rect">
                    <a:avLst/>
                  </a:prstGeom>
                </p:spPr>
              </p:pic>
            </mc:Fallback>
          </mc:AlternateContent>
          <p:sp>
            <p:nvSpPr>
              <p:cNvPr id="132" name="テキスト ボックス 131">
                <a:extLst>
                  <a:ext uri="{FF2B5EF4-FFF2-40B4-BE49-F238E27FC236}">
                    <a16:creationId xmlns:a16="http://schemas.microsoft.com/office/drawing/2014/main" id="{548D01A6-6B16-4327-AC94-2A0D44953257}"/>
                  </a:ext>
                </a:extLst>
              </p:cNvPr>
              <p:cNvSpPr txBox="1"/>
              <p:nvPr/>
            </p:nvSpPr>
            <p:spPr>
              <a:xfrm>
                <a:off x="8104822" y="6061605"/>
                <a:ext cx="1913861" cy="369332"/>
              </a:xfrm>
              <a:prstGeom prst="rect">
                <a:avLst/>
              </a:prstGeom>
              <a:noFill/>
            </p:spPr>
            <p:txBody>
              <a:bodyPr wrap="square" rtlCol="0">
                <a:spAutoFit/>
              </a:bodyPr>
              <a:lstStyle/>
              <a:p>
                <a:r>
                  <a:rPr lang="ja-JP" altLang="en-US" sz="900" dirty="0">
                    <a:solidFill>
                      <a:schemeClr val="bg1"/>
                    </a:solidFill>
                  </a:rPr>
                  <a:t>いきなり、ブロックバーが出現し、</a:t>
                </a:r>
                <a:endParaRPr lang="en-US" altLang="ja-JP" sz="900" dirty="0">
                  <a:solidFill>
                    <a:schemeClr val="bg1"/>
                  </a:solidFill>
                </a:endParaRPr>
              </a:p>
              <a:p>
                <a:r>
                  <a:rPr kumimoji="1" lang="ja-JP" altLang="en-US" sz="900" dirty="0">
                    <a:solidFill>
                      <a:schemeClr val="bg1"/>
                    </a:solidFill>
                  </a:rPr>
                  <a:t>プレイヤーをトゲまで押し出す</a:t>
                </a:r>
              </a:p>
            </p:txBody>
          </p:sp>
          <p:grpSp>
            <p:nvGrpSpPr>
              <p:cNvPr id="135" name="グループ化 134">
                <a:extLst>
                  <a:ext uri="{FF2B5EF4-FFF2-40B4-BE49-F238E27FC236}">
                    <a16:creationId xmlns:a16="http://schemas.microsoft.com/office/drawing/2014/main" id="{533055F7-9B6A-462A-B323-FA96C37DEF95}"/>
                  </a:ext>
                </a:extLst>
              </p:cNvPr>
              <p:cNvGrpSpPr/>
              <p:nvPr/>
            </p:nvGrpSpPr>
            <p:grpSpPr>
              <a:xfrm>
                <a:off x="7346900" y="5479740"/>
                <a:ext cx="704160" cy="1104480"/>
                <a:chOff x="7346900" y="5479740"/>
                <a:chExt cx="704160" cy="1104480"/>
              </a:xfrm>
            </p:grpSpPr>
            <mc:AlternateContent xmlns:mc="http://schemas.openxmlformats.org/markup-compatibility/2006" xmlns:p14="http://schemas.microsoft.com/office/powerpoint/2010/main">
              <mc:Choice Requires="p14">
                <p:contentPart p14:bwMode="auto" r:id="rId56">
                  <p14:nvContentPartPr>
                    <p14:cNvPr id="125" name="インク 124">
                      <a:extLst>
                        <a:ext uri="{FF2B5EF4-FFF2-40B4-BE49-F238E27FC236}">
                          <a16:creationId xmlns:a16="http://schemas.microsoft.com/office/drawing/2014/main" id="{9049AB34-B83E-4CAB-8628-C47A0337C3E1}"/>
                        </a:ext>
                      </a:extLst>
                    </p14:cNvPr>
                    <p14:cNvContentPartPr/>
                    <p14:nvPr/>
                  </p14:nvContentPartPr>
                  <p14:xfrm>
                    <a:off x="8000660" y="5479740"/>
                    <a:ext cx="46080" cy="1104480"/>
                  </p14:xfrm>
                </p:contentPart>
              </mc:Choice>
              <mc:Fallback xmlns="">
                <p:pic>
                  <p:nvPicPr>
                    <p:cNvPr id="125" name="インク 124">
                      <a:extLst>
                        <a:ext uri="{FF2B5EF4-FFF2-40B4-BE49-F238E27FC236}">
                          <a16:creationId xmlns:a16="http://schemas.microsoft.com/office/drawing/2014/main" id="{9049AB34-B83E-4CAB-8628-C47A0337C3E1}"/>
                        </a:ext>
                      </a:extLst>
                    </p:cNvPr>
                    <p:cNvPicPr/>
                    <p:nvPr/>
                  </p:nvPicPr>
                  <p:blipFill>
                    <a:blip r:embed="rId57"/>
                    <a:stretch>
                      <a:fillRect/>
                    </a:stretch>
                  </p:blipFill>
                  <p:spPr>
                    <a:xfrm>
                      <a:off x="7996340" y="5475420"/>
                      <a:ext cx="54720" cy="1113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26" name="インク 125">
                      <a:extLst>
                        <a:ext uri="{FF2B5EF4-FFF2-40B4-BE49-F238E27FC236}">
                          <a16:creationId xmlns:a16="http://schemas.microsoft.com/office/drawing/2014/main" id="{F9E503FB-73C7-45BC-9B48-B5AFEF069A07}"/>
                        </a:ext>
                      </a:extLst>
                    </p14:cNvPr>
                    <p14:cNvContentPartPr/>
                    <p14:nvPr/>
                  </p14:nvContentPartPr>
                  <p14:xfrm>
                    <a:off x="7823180" y="5683140"/>
                    <a:ext cx="165960" cy="24480"/>
                  </p14:xfrm>
                </p:contentPart>
              </mc:Choice>
              <mc:Fallback xmlns="">
                <p:pic>
                  <p:nvPicPr>
                    <p:cNvPr id="126" name="インク 125">
                      <a:extLst>
                        <a:ext uri="{FF2B5EF4-FFF2-40B4-BE49-F238E27FC236}">
                          <a16:creationId xmlns:a16="http://schemas.microsoft.com/office/drawing/2014/main" id="{F9E503FB-73C7-45BC-9B48-B5AFEF069A07}"/>
                        </a:ext>
                      </a:extLst>
                    </p:cNvPr>
                    <p:cNvPicPr/>
                    <p:nvPr/>
                  </p:nvPicPr>
                  <p:blipFill>
                    <a:blip r:embed="rId59"/>
                    <a:stretch>
                      <a:fillRect/>
                    </a:stretch>
                  </p:blipFill>
                  <p:spPr>
                    <a:xfrm>
                      <a:off x="7818860" y="5678820"/>
                      <a:ext cx="1746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27" name="インク 126">
                      <a:extLst>
                        <a:ext uri="{FF2B5EF4-FFF2-40B4-BE49-F238E27FC236}">
                          <a16:creationId xmlns:a16="http://schemas.microsoft.com/office/drawing/2014/main" id="{CA599C07-B40A-4D5A-B55A-6A27B050F92D}"/>
                        </a:ext>
                      </a:extLst>
                    </p14:cNvPr>
                    <p14:cNvContentPartPr/>
                    <p14:nvPr/>
                  </p14:nvContentPartPr>
                  <p14:xfrm>
                    <a:off x="7810220" y="5854500"/>
                    <a:ext cx="183960" cy="19440"/>
                  </p14:xfrm>
                </p:contentPart>
              </mc:Choice>
              <mc:Fallback xmlns="">
                <p:pic>
                  <p:nvPicPr>
                    <p:cNvPr id="127" name="インク 126">
                      <a:extLst>
                        <a:ext uri="{FF2B5EF4-FFF2-40B4-BE49-F238E27FC236}">
                          <a16:creationId xmlns:a16="http://schemas.microsoft.com/office/drawing/2014/main" id="{CA599C07-B40A-4D5A-B55A-6A27B050F92D}"/>
                        </a:ext>
                      </a:extLst>
                    </p:cNvPr>
                    <p:cNvPicPr/>
                    <p:nvPr/>
                  </p:nvPicPr>
                  <p:blipFill>
                    <a:blip r:embed="rId61"/>
                    <a:stretch>
                      <a:fillRect/>
                    </a:stretch>
                  </p:blipFill>
                  <p:spPr>
                    <a:xfrm>
                      <a:off x="7805900" y="5850180"/>
                      <a:ext cx="192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29" name="インク 128">
                      <a:extLst>
                        <a:ext uri="{FF2B5EF4-FFF2-40B4-BE49-F238E27FC236}">
                          <a16:creationId xmlns:a16="http://schemas.microsoft.com/office/drawing/2014/main" id="{654A21ED-9507-423D-B4DD-E3C956FF1F3A}"/>
                        </a:ext>
                      </a:extLst>
                    </p14:cNvPr>
                    <p14:cNvContentPartPr/>
                    <p14:nvPr/>
                  </p14:nvContentPartPr>
                  <p14:xfrm>
                    <a:off x="7810220" y="6140340"/>
                    <a:ext cx="216000" cy="14400"/>
                  </p14:xfrm>
                </p:contentPart>
              </mc:Choice>
              <mc:Fallback xmlns="">
                <p:pic>
                  <p:nvPicPr>
                    <p:cNvPr id="129" name="インク 128">
                      <a:extLst>
                        <a:ext uri="{FF2B5EF4-FFF2-40B4-BE49-F238E27FC236}">
                          <a16:creationId xmlns:a16="http://schemas.microsoft.com/office/drawing/2014/main" id="{654A21ED-9507-423D-B4DD-E3C956FF1F3A}"/>
                        </a:ext>
                      </a:extLst>
                    </p:cNvPr>
                    <p:cNvPicPr/>
                    <p:nvPr/>
                  </p:nvPicPr>
                  <p:blipFill>
                    <a:blip r:embed="rId63"/>
                    <a:stretch>
                      <a:fillRect/>
                    </a:stretch>
                  </p:blipFill>
                  <p:spPr>
                    <a:xfrm>
                      <a:off x="7805900" y="6136020"/>
                      <a:ext cx="224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30" name="インク 129">
                      <a:extLst>
                        <a:ext uri="{FF2B5EF4-FFF2-40B4-BE49-F238E27FC236}">
                          <a16:creationId xmlns:a16="http://schemas.microsoft.com/office/drawing/2014/main" id="{E019527E-236A-47A4-B810-41C62BED0DF0}"/>
                        </a:ext>
                      </a:extLst>
                    </p14:cNvPr>
                    <p14:cNvContentPartPr/>
                    <p14:nvPr/>
                  </p14:nvContentPartPr>
                  <p14:xfrm>
                    <a:off x="7784660" y="6343380"/>
                    <a:ext cx="266400" cy="20160"/>
                  </p14:xfrm>
                </p:contentPart>
              </mc:Choice>
              <mc:Fallback xmlns="">
                <p:pic>
                  <p:nvPicPr>
                    <p:cNvPr id="130" name="インク 129">
                      <a:extLst>
                        <a:ext uri="{FF2B5EF4-FFF2-40B4-BE49-F238E27FC236}">
                          <a16:creationId xmlns:a16="http://schemas.microsoft.com/office/drawing/2014/main" id="{E019527E-236A-47A4-B810-41C62BED0DF0}"/>
                        </a:ext>
                      </a:extLst>
                    </p:cNvPr>
                    <p:cNvPicPr/>
                    <p:nvPr/>
                  </p:nvPicPr>
                  <p:blipFill>
                    <a:blip r:embed="rId65"/>
                    <a:stretch>
                      <a:fillRect/>
                    </a:stretch>
                  </p:blipFill>
                  <p:spPr>
                    <a:xfrm>
                      <a:off x="7780340" y="6339060"/>
                      <a:ext cx="2750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33" name="インク 132">
                      <a:extLst>
                        <a:ext uri="{FF2B5EF4-FFF2-40B4-BE49-F238E27FC236}">
                          <a16:creationId xmlns:a16="http://schemas.microsoft.com/office/drawing/2014/main" id="{5F35CC3D-D161-4A29-947A-AC97EF6CD6CD}"/>
                        </a:ext>
                      </a:extLst>
                    </p14:cNvPr>
                    <p14:cNvContentPartPr/>
                    <p14:nvPr/>
                  </p14:nvContentPartPr>
                  <p14:xfrm>
                    <a:off x="7416380" y="5880060"/>
                    <a:ext cx="336240" cy="360"/>
                  </p14:xfrm>
                </p:contentPart>
              </mc:Choice>
              <mc:Fallback xmlns="">
                <p:pic>
                  <p:nvPicPr>
                    <p:cNvPr id="133" name="インク 132">
                      <a:extLst>
                        <a:ext uri="{FF2B5EF4-FFF2-40B4-BE49-F238E27FC236}">
                          <a16:creationId xmlns:a16="http://schemas.microsoft.com/office/drawing/2014/main" id="{5F35CC3D-D161-4A29-947A-AC97EF6CD6CD}"/>
                        </a:ext>
                      </a:extLst>
                    </p:cNvPr>
                    <p:cNvPicPr/>
                    <p:nvPr/>
                  </p:nvPicPr>
                  <p:blipFill>
                    <a:blip r:embed="rId67"/>
                    <a:stretch>
                      <a:fillRect/>
                    </a:stretch>
                  </p:blipFill>
                  <p:spPr>
                    <a:xfrm>
                      <a:off x="7412060" y="5875740"/>
                      <a:ext cx="3448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34" name="インク 133">
                      <a:extLst>
                        <a:ext uri="{FF2B5EF4-FFF2-40B4-BE49-F238E27FC236}">
                          <a16:creationId xmlns:a16="http://schemas.microsoft.com/office/drawing/2014/main" id="{6F47FBAC-E59D-410C-8743-6E4ACAC31777}"/>
                        </a:ext>
                      </a:extLst>
                    </p14:cNvPr>
                    <p14:cNvContentPartPr/>
                    <p14:nvPr/>
                  </p14:nvContentPartPr>
                  <p14:xfrm>
                    <a:off x="7346900" y="5733540"/>
                    <a:ext cx="216000" cy="273240"/>
                  </p14:xfrm>
                </p:contentPart>
              </mc:Choice>
              <mc:Fallback xmlns="">
                <p:pic>
                  <p:nvPicPr>
                    <p:cNvPr id="134" name="インク 133">
                      <a:extLst>
                        <a:ext uri="{FF2B5EF4-FFF2-40B4-BE49-F238E27FC236}">
                          <a16:creationId xmlns:a16="http://schemas.microsoft.com/office/drawing/2014/main" id="{6F47FBAC-E59D-410C-8743-6E4ACAC31777}"/>
                        </a:ext>
                      </a:extLst>
                    </p:cNvPr>
                    <p:cNvPicPr/>
                    <p:nvPr/>
                  </p:nvPicPr>
                  <p:blipFill>
                    <a:blip r:embed="rId69"/>
                    <a:stretch>
                      <a:fillRect/>
                    </a:stretch>
                  </p:blipFill>
                  <p:spPr>
                    <a:xfrm>
                      <a:off x="7342580" y="5729220"/>
                      <a:ext cx="224640" cy="281880"/>
                    </a:xfrm>
                    <a:prstGeom prst="rect">
                      <a:avLst/>
                    </a:prstGeom>
                  </p:spPr>
                </p:pic>
              </mc:Fallback>
            </mc:AlternateContent>
          </p:grpSp>
          <p:grpSp>
            <p:nvGrpSpPr>
              <p:cNvPr id="138" name="グループ化 137">
                <a:extLst>
                  <a:ext uri="{FF2B5EF4-FFF2-40B4-BE49-F238E27FC236}">
                    <a16:creationId xmlns:a16="http://schemas.microsoft.com/office/drawing/2014/main" id="{E2036549-A91D-48C5-A91E-6AAD461D51C7}"/>
                  </a:ext>
                </a:extLst>
              </p:cNvPr>
              <p:cNvGrpSpPr/>
              <p:nvPr/>
            </p:nvGrpSpPr>
            <p:grpSpPr>
              <a:xfrm>
                <a:off x="1460180" y="3733380"/>
                <a:ext cx="318240" cy="652680"/>
                <a:chOff x="1460180" y="3733380"/>
                <a:chExt cx="318240" cy="652680"/>
              </a:xfrm>
            </p:grpSpPr>
            <mc:AlternateContent xmlns:mc="http://schemas.openxmlformats.org/markup-compatibility/2006" xmlns:p14="http://schemas.microsoft.com/office/powerpoint/2010/main">
              <mc:Choice Requires="p14">
                <p:contentPart p14:bwMode="auto" r:id="rId70">
                  <p14:nvContentPartPr>
                    <p14:cNvPr id="136" name="インク 135">
                      <a:extLst>
                        <a:ext uri="{FF2B5EF4-FFF2-40B4-BE49-F238E27FC236}">
                          <a16:creationId xmlns:a16="http://schemas.microsoft.com/office/drawing/2014/main" id="{BFBB6CEF-3AA4-4A46-B064-4FA41E18B05B}"/>
                        </a:ext>
                      </a:extLst>
                    </p14:cNvPr>
                    <p14:cNvContentPartPr/>
                    <p14:nvPr/>
                  </p14:nvContentPartPr>
                  <p14:xfrm>
                    <a:off x="1460180" y="3733380"/>
                    <a:ext cx="115560" cy="652680"/>
                  </p14:xfrm>
                </p:contentPart>
              </mc:Choice>
              <mc:Fallback xmlns="">
                <p:pic>
                  <p:nvPicPr>
                    <p:cNvPr id="136" name="インク 135">
                      <a:extLst>
                        <a:ext uri="{FF2B5EF4-FFF2-40B4-BE49-F238E27FC236}">
                          <a16:creationId xmlns:a16="http://schemas.microsoft.com/office/drawing/2014/main" id="{BFBB6CEF-3AA4-4A46-B064-4FA41E18B05B}"/>
                        </a:ext>
                      </a:extLst>
                    </p:cNvPr>
                    <p:cNvPicPr/>
                    <p:nvPr/>
                  </p:nvPicPr>
                  <p:blipFill>
                    <a:blip r:embed="rId71"/>
                    <a:stretch>
                      <a:fillRect/>
                    </a:stretch>
                  </p:blipFill>
                  <p:spPr>
                    <a:xfrm>
                      <a:off x="1455860" y="3729060"/>
                      <a:ext cx="124200" cy="661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37" name="インク 136">
                      <a:extLst>
                        <a:ext uri="{FF2B5EF4-FFF2-40B4-BE49-F238E27FC236}">
                          <a16:creationId xmlns:a16="http://schemas.microsoft.com/office/drawing/2014/main" id="{BC8F12C0-4EA6-4A0F-A70F-C475228B8718}"/>
                        </a:ext>
                      </a:extLst>
                    </p14:cNvPr>
                    <p14:cNvContentPartPr/>
                    <p14:nvPr/>
                  </p14:nvContentPartPr>
                  <p14:xfrm>
                    <a:off x="1517420" y="4109220"/>
                    <a:ext cx="261000" cy="202680"/>
                  </p14:xfrm>
                </p:contentPart>
              </mc:Choice>
              <mc:Fallback xmlns="">
                <p:pic>
                  <p:nvPicPr>
                    <p:cNvPr id="137" name="インク 136">
                      <a:extLst>
                        <a:ext uri="{FF2B5EF4-FFF2-40B4-BE49-F238E27FC236}">
                          <a16:creationId xmlns:a16="http://schemas.microsoft.com/office/drawing/2014/main" id="{BC8F12C0-4EA6-4A0F-A70F-C475228B8718}"/>
                        </a:ext>
                      </a:extLst>
                    </p:cNvPr>
                    <p:cNvPicPr/>
                    <p:nvPr/>
                  </p:nvPicPr>
                  <p:blipFill>
                    <a:blip r:embed="rId73"/>
                    <a:stretch>
                      <a:fillRect/>
                    </a:stretch>
                  </p:blipFill>
                  <p:spPr>
                    <a:xfrm>
                      <a:off x="1513100" y="4104900"/>
                      <a:ext cx="269640" cy="211320"/>
                    </a:xfrm>
                    <a:prstGeom prst="rect">
                      <a:avLst/>
                    </a:prstGeom>
                  </p:spPr>
                </p:pic>
              </mc:Fallback>
            </mc:AlternateContent>
          </p:grpSp>
          <p:pic>
            <p:nvPicPr>
              <p:cNvPr id="139" name="図 138">
                <a:extLst>
                  <a:ext uri="{FF2B5EF4-FFF2-40B4-BE49-F238E27FC236}">
                    <a16:creationId xmlns:a16="http://schemas.microsoft.com/office/drawing/2014/main" id="{B72441B5-014C-4E22-AF56-B66BF29AE76D}"/>
                  </a:ext>
                </a:extLst>
              </p:cNvPr>
              <p:cNvPicPr>
                <a:picLocks noChangeAspect="1"/>
              </p:cNvPicPr>
              <p:nvPr/>
            </p:nvPicPr>
            <p:blipFill>
              <a:blip r:embed="rId74"/>
              <a:stretch>
                <a:fillRect/>
              </a:stretch>
            </p:blipFill>
            <p:spPr>
              <a:xfrm>
                <a:off x="9275973" y="3387947"/>
                <a:ext cx="646331" cy="646331"/>
              </a:xfrm>
              <a:prstGeom prst="rect">
                <a:avLst/>
              </a:prstGeom>
            </p:spPr>
          </p:pic>
          <p:grpSp>
            <p:nvGrpSpPr>
              <p:cNvPr id="143" name="グループ化 142">
                <a:extLst>
                  <a:ext uri="{FF2B5EF4-FFF2-40B4-BE49-F238E27FC236}">
                    <a16:creationId xmlns:a16="http://schemas.microsoft.com/office/drawing/2014/main" id="{849C6AC6-0FD9-4889-830A-073FBC881D2E}"/>
                  </a:ext>
                </a:extLst>
              </p:cNvPr>
              <p:cNvGrpSpPr/>
              <p:nvPr/>
            </p:nvGrpSpPr>
            <p:grpSpPr>
              <a:xfrm>
                <a:off x="8343740" y="3488220"/>
                <a:ext cx="812160" cy="241920"/>
                <a:chOff x="8343740" y="3488220"/>
                <a:chExt cx="812160" cy="241920"/>
              </a:xfrm>
            </p:grpSpPr>
            <mc:AlternateContent xmlns:mc="http://schemas.openxmlformats.org/markup-compatibility/2006" xmlns:p14="http://schemas.microsoft.com/office/powerpoint/2010/main">
              <mc:Choice Requires="p14">
                <p:contentPart p14:bwMode="auto" r:id="rId75">
                  <p14:nvContentPartPr>
                    <p14:cNvPr id="140" name="インク 139">
                      <a:extLst>
                        <a:ext uri="{FF2B5EF4-FFF2-40B4-BE49-F238E27FC236}">
                          <a16:creationId xmlns:a16="http://schemas.microsoft.com/office/drawing/2014/main" id="{076BA347-D285-43CC-84F5-7DD2B52F0EC0}"/>
                        </a:ext>
                      </a:extLst>
                    </p14:cNvPr>
                    <p14:cNvContentPartPr/>
                    <p14:nvPr/>
                  </p14:nvContentPartPr>
                  <p14:xfrm>
                    <a:off x="8343740" y="3632220"/>
                    <a:ext cx="812160" cy="13320"/>
                  </p14:xfrm>
                </p:contentPart>
              </mc:Choice>
              <mc:Fallback xmlns="">
                <p:pic>
                  <p:nvPicPr>
                    <p:cNvPr id="140" name="インク 139">
                      <a:extLst>
                        <a:ext uri="{FF2B5EF4-FFF2-40B4-BE49-F238E27FC236}">
                          <a16:creationId xmlns:a16="http://schemas.microsoft.com/office/drawing/2014/main" id="{076BA347-D285-43CC-84F5-7DD2B52F0EC0}"/>
                        </a:ext>
                      </a:extLst>
                    </p:cNvPr>
                    <p:cNvPicPr/>
                    <p:nvPr/>
                  </p:nvPicPr>
                  <p:blipFill>
                    <a:blip r:embed="rId76"/>
                    <a:stretch>
                      <a:fillRect/>
                    </a:stretch>
                  </p:blipFill>
                  <p:spPr>
                    <a:xfrm>
                      <a:off x="8339420" y="3627900"/>
                      <a:ext cx="820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41" name="インク 140">
                      <a:extLst>
                        <a:ext uri="{FF2B5EF4-FFF2-40B4-BE49-F238E27FC236}">
                          <a16:creationId xmlns:a16="http://schemas.microsoft.com/office/drawing/2014/main" id="{199743A5-2F32-4EE9-B61B-177115CCE5DE}"/>
                        </a:ext>
                      </a:extLst>
                    </p14:cNvPr>
                    <p14:cNvContentPartPr/>
                    <p14:nvPr/>
                  </p14:nvContentPartPr>
                  <p14:xfrm>
                    <a:off x="8350220" y="3488220"/>
                    <a:ext cx="294120" cy="105840"/>
                  </p14:xfrm>
                </p:contentPart>
              </mc:Choice>
              <mc:Fallback xmlns="">
                <p:pic>
                  <p:nvPicPr>
                    <p:cNvPr id="141" name="インク 140">
                      <a:extLst>
                        <a:ext uri="{FF2B5EF4-FFF2-40B4-BE49-F238E27FC236}">
                          <a16:creationId xmlns:a16="http://schemas.microsoft.com/office/drawing/2014/main" id="{199743A5-2F32-4EE9-B61B-177115CCE5DE}"/>
                        </a:ext>
                      </a:extLst>
                    </p:cNvPr>
                    <p:cNvPicPr/>
                    <p:nvPr/>
                  </p:nvPicPr>
                  <p:blipFill>
                    <a:blip r:embed="rId78"/>
                    <a:stretch>
                      <a:fillRect/>
                    </a:stretch>
                  </p:blipFill>
                  <p:spPr>
                    <a:xfrm>
                      <a:off x="8345900" y="3483900"/>
                      <a:ext cx="3027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42" name="インク 141">
                      <a:extLst>
                        <a:ext uri="{FF2B5EF4-FFF2-40B4-BE49-F238E27FC236}">
                          <a16:creationId xmlns:a16="http://schemas.microsoft.com/office/drawing/2014/main" id="{43799AA6-AFCC-4673-912E-63AC28814654}"/>
                        </a:ext>
                      </a:extLst>
                    </p14:cNvPr>
                    <p14:cNvContentPartPr/>
                    <p14:nvPr/>
                  </p14:nvContentPartPr>
                  <p14:xfrm>
                    <a:off x="8350220" y="3600540"/>
                    <a:ext cx="286560" cy="129600"/>
                  </p14:xfrm>
                </p:contentPart>
              </mc:Choice>
              <mc:Fallback xmlns="">
                <p:pic>
                  <p:nvPicPr>
                    <p:cNvPr id="142" name="インク 141">
                      <a:extLst>
                        <a:ext uri="{FF2B5EF4-FFF2-40B4-BE49-F238E27FC236}">
                          <a16:creationId xmlns:a16="http://schemas.microsoft.com/office/drawing/2014/main" id="{43799AA6-AFCC-4673-912E-63AC28814654}"/>
                        </a:ext>
                      </a:extLst>
                    </p:cNvPr>
                    <p:cNvPicPr/>
                    <p:nvPr/>
                  </p:nvPicPr>
                  <p:blipFill>
                    <a:blip r:embed="rId80"/>
                    <a:stretch>
                      <a:fillRect/>
                    </a:stretch>
                  </p:blipFill>
                  <p:spPr>
                    <a:xfrm>
                      <a:off x="8345900" y="3596220"/>
                      <a:ext cx="295200" cy="138240"/>
                    </a:xfrm>
                    <a:prstGeom prst="rect">
                      <a:avLst/>
                    </a:prstGeom>
                  </p:spPr>
                </p:pic>
              </mc:Fallback>
            </mc:AlternateContent>
          </p:grpSp>
          <p:grpSp>
            <p:nvGrpSpPr>
              <p:cNvPr id="147" name="グループ化 146">
                <a:extLst>
                  <a:ext uri="{FF2B5EF4-FFF2-40B4-BE49-F238E27FC236}">
                    <a16:creationId xmlns:a16="http://schemas.microsoft.com/office/drawing/2014/main" id="{C9BFF46D-7DB6-47CC-A3F1-6A4927055BB9}"/>
                  </a:ext>
                </a:extLst>
              </p:cNvPr>
              <p:cNvGrpSpPr/>
              <p:nvPr/>
            </p:nvGrpSpPr>
            <p:grpSpPr>
              <a:xfrm>
                <a:off x="10071020" y="3567780"/>
                <a:ext cx="514080" cy="250560"/>
                <a:chOff x="10071020" y="3567780"/>
                <a:chExt cx="514080" cy="250560"/>
              </a:xfrm>
            </p:grpSpPr>
            <mc:AlternateContent xmlns:mc="http://schemas.openxmlformats.org/markup-compatibility/2006" xmlns:p14="http://schemas.microsoft.com/office/powerpoint/2010/main">
              <mc:Choice Requires="p14">
                <p:contentPart p14:bwMode="auto" r:id="rId81">
                  <p14:nvContentPartPr>
                    <p14:cNvPr id="144" name="インク 143">
                      <a:extLst>
                        <a:ext uri="{FF2B5EF4-FFF2-40B4-BE49-F238E27FC236}">
                          <a16:creationId xmlns:a16="http://schemas.microsoft.com/office/drawing/2014/main" id="{E7F983D5-2B1D-421C-8E1B-057EDF4E4FB0}"/>
                        </a:ext>
                      </a:extLst>
                    </p14:cNvPr>
                    <p14:cNvContentPartPr/>
                    <p14:nvPr/>
                  </p14:nvContentPartPr>
                  <p14:xfrm>
                    <a:off x="10077140" y="3675780"/>
                    <a:ext cx="507960" cy="32760"/>
                  </p14:xfrm>
                </p:contentPart>
              </mc:Choice>
              <mc:Fallback xmlns="">
                <p:pic>
                  <p:nvPicPr>
                    <p:cNvPr id="144" name="インク 143">
                      <a:extLst>
                        <a:ext uri="{FF2B5EF4-FFF2-40B4-BE49-F238E27FC236}">
                          <a16:creationId xmlns:a16="http://schemas.microsoft.com/office/drawing/2014/main" id="{E7F983D5-2B1D-421C-8E1B-057EDF4E4FB0}"/>
                        </a:ext>
                      </a:extLst>
                    </p:cNvPr>
                    <p:cNvPicPr/>
                    <p:nvPr/>
                  </p:nvPicPr>
                  <p:blipFill>
                    <a:blip r:embed="rId82"/>
                    <a:stretch>
                      <a:fillRect/>
                    </a:stretch>
                  </p:blipFill>
                  <p:spPr>
                    <a:xfrm>
                      <a:off x="10072820" y="3671460"/>
                      <a:ext cx="516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45" name="インク 144">
                      <a:extLst>
                        <a:ext uri="{FF2B5EF4-FFF2-40B4-BE49-F238E27FC236}">
                          <a16:creationId xmlns:a16="http://schemas.microsoft.com/office/drawing/2014/main" id="{8C54E26F-3C4E-4478-80AC-6F5649DAED26}"/>
                        </a:ext>
                      </a:extLst>
                    </p14:cNvPr>
                    <p14:cNvContentPartPr/>
                    <p14:nvPr/>
                  </p14:nvContentPartPr>
                  <p14:xfrm>
                    <a:off x="10096220" y="3567780"/>
                    <a:ext cx="171000" cy="115560"/>
                  </p14:xfrm>
                </p:contentPart>
              </mc:Choice>
              <mc:Fallback xmlns="">
                <p:pic>
                  <p:nvPicPr>
                    <p:cNvPr id="145" name="インク 144">
                      <a:extLst>
                        <a:ext uri="{FF2B5EF4-FFF2-40B4-BE49-F238E27FC236}">
                          <a16:creationId xmlns:a16="http://schemas.microsoft.com/office/drawing/2014/main" id="{8C54E26F-3C4E-4478-80AC-6F5649DAED26}"/>
                        </a:ext>
                      </a:extLst>
                    </p:cNvPr>
                    <p:cNvPicPr/>
                    <p:nvPr/>
                  </p:nvPicPr>
                  <p:blipFill>
                    <a:blip r:embed="rId84"/>
                    <a:stretch>
                      <a:fillRect/>
                    </a:stretch>
                  </p:blipFill>
                  <p:spPr>
                    <a:xfrm>
                      <a:off x="10091900" y="3563460"/>
                      <a:ext cx="1796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46" name="インク 145">
                      <a:extLst>
                        <a:ext uri="{FF2B5EF4-FFF2-40B4-BE49-F238E27FC236}">
                          <a16:creationId xmlns:a16="http://schemas.microsoft.com/office/drawing/2014/main" id="{E08F1DE1-5B5F-4CC7-8FAE-4469739DD7DB}"/>
                        </a:ext>
                      </a:extLst>
                    </p14:cNvPr>
                    <p14:cNvContentPartPr/>
                    <p14:nvPr/>
                  </p14:nvContentPartPr>
                  <p14:xfrm>
                    <a:off x="10071020" y="3670020"/>
                    <a:ext cx="296280" cy="148320"/>
                  </p14:xfrm>
                </p:contentPart>
              </mc:Choice>
              <mc:Fallback xmlns="">
                <p:pic>
                  <p:nvPicPr>
                    <p:cNvPr id="146" name="インク 145">
                      <a:extLst>
                        <a:ext uri="{FF2B5EF4-FFF2-40B4-BE49-F238E27FC236}">
                          <a16:creationId xmlns:a16="http://schemas.microsoft.com/office/drawing/2014/main" id="{E08F1DE1-5B5F-4CC7-8FAE-4469739DD7DB}"/>
                        </a:ext>
                      </a:extLst>
                    </p:cNvPr>
                    <p:cNvPicPr/>
                    <p:nvPr/>
                  </p:nvPicPr>
                  <p:blipFill>
                    <a:blip r:embed="rId86"/>
                    <a:stretch>
                      <a:fillRect/>
                    </a:stretch>
                  </p:blipFill>
                  <p:spPr>
                    <a:xfrm>
                      <a:off x="10066700" y="3665700"/>
                      <a:ext cx="304920" cy="15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7">
                <p14:nvContentPartPr>
                  <p14:cNvPr id="148" name="インク 147">
                    <a:extLst>
                      <a:ext uri="{FF2B5EF4-FFF2-40B4-BE49-F238E27FC236}">
                        <a16:creationId xmlns:a16="http://schemas.microsoft.com/office/drawing/2014/main" id="{6EE9B693-7140-486F-9A81-1CE63B8708CF}"/>
                      </a:ext>
                    </a:extLst>
                  </p14:cNvPr>
                  <p14:cNvContentPartPr/>
                  <p14:nvPr/>
                </p14:nvContentPartPr>
                <p14:xfrm>
                  <a:off x="9581780" y="3765780"/>
                  <a:ext cx="360" cy="360"/>
                </p14:xfrm>
              </p:contentPart>
            </mc:Choice>
            <mc:Fallback xmlns="">
              <p:pic>
                <p:nvPicPr>
                  <p:cNvPr id="148" name="インク 147">
                    <a:extLst>
                      <a:ext uri="{FF2B5EF4-FFF2-40B4-BE49-F238E27FC236}">
                        <a16:creationId xmlns:a16="http://schemas.microsoft.com/office/drawing/2014/main" id="{6EE9B693-7140-486F-9A81-1CE63B8708CF}"/>
                      </a:ext>
                    </a:extLst>
                  </p:cNvPr>
                  <p:cNvPicPr/>
                  <p:nvPr/>
                </p:nvPicPr>
                <p:blipFill>
                  <a:blip r:embed="rId4"/>
                  <a:stretch>
                    <a:fillRect/>
                  </a:stretch>
                </p:blipFill>
                <p:spPr>
                  <a:xfrm>
                    <a:off x="9577460" y="3761460"/>
                    <a:ext cx="9000" cy="9000"/>
                  </a:xfrm>
                  <a:prstGeom prst="rect">
                    <a:avLst/>
                  </a:prstGeom>
                </p:spPr>
              </p:pic>
            </mc:Fallback>
          </mc:AlternateContent>
          <p:pic>
            <p:nvPicPr>
              <p:cNvPr id="149" name="図 148">
                <a:extLst>
                  <a:ext uri="{FF2B5EF4-FFF2-40B4-BE49-F238E27FC236}">
                    <a16:creationId xmlns:a16="http://schemas.microsoft.com/office/drawing/2014/main" id="{03EAF154-E251-4293-B2A0-3352B9DE6AF1}"/>
                  </a:ext>
                </a:extLst>
              </p:cNvPr>
              <p:cNvPicPr>
                <a:picLocks noChangeAspect="1"/>
              </p:cNvPicPr>
              <p:nvPr/>
            </p:nvPicPr>
            <p:blipFill>
              <a:blip r:embed="rId74"/>
              <a:stretch>
                <a:fillRect/>
              </a:stretch>
            </p:blipFill>
            <p:spPr>
              <a:xfrm>
                <a:off x="2441883" y="3541140"/>
                <a:ext cx="646331" cy="646331"/>
              </a:xfrm>
              <a:prstGeom prst="rect">
                <a:avLst/>
              </a:prstGeom>
            </p:spPr>
          </p:pic>
          <p:grpSp>
            <p:nvGrpSpPr>
              <p:cNvPr id="152" name="グループ化 151">
                <a:extLst>
                  <a:ext uri="{FF2B5EF4-FFF2-40B4-BE49-F238E27FC236}">
                    <a16:creationId xmlns:a16="http://schemas.microsoft.com/office/drawing/2014/main" id="{7B9FD688-AB8C-455A-A6E0-BF0E82C18C68}"/>
                  </a:ext>
                </a:extLst>
              </p:cNvPr>
              <p:cNvGrpSpPr/>
              <p:nvPr/>
            </p:nvGrpSpPr>
            <p:grpSpPr>
              <a:xfrm>
                <a:off x="2612540" y="4279860"/>
                <a:ext cx="244800" cy="634680"/>
                <a:chOff x="2612540" y="4279860"/>
                <a:chExt cx="244800" cy="634680"/>
              </a:xfrm>
            </p:grpSpPr>
            <mc:AlternateContent xmlns:mc="http://schemas.openxmlformats.org/markup-compatibility/2006" xmlns:p14="http://schemas.microsoft.com/office/powerpoint/2010/main">
              <mc:Choice Requires="p14">
                <p:contentPart p14:bwMode="auto" r:id="rId88">
                  <p14:nvContentPartPr>
                    <p14:cNvPr id="150" name="インク 149">
                      <a:extLst>
                        <a:ext uri="{FF2B5EF4-FFF2-40B4-BE49-F238E27FC236}">
                          <a16:creationId xmlns:a16="http://schemas.microsoft.com/office/drawing/2014/main" id="{17394D0D-10D2-46EF-AB81-3A8A3568A4DA}"/>
                        </a:ext>
                      </a:extLst>
                    </p14:cNvPr>
                    <p14:cNvContentPartPr/>
                    <p14:nvPr/>
                  </p14:nvContentPartPr>
                  <p14:xfrm>
                    <a:off x="2678780" y="4279860"/>
                    <a:ext cx="178560" cy="634680"/>
                  </p14:xfrm>
                </p:contentPart>
              </mc:Choice>
              <mc:Fallback xmlns="">
                <p:pic>
                  <p:nvPicPr>
                    <p:cNvPr id="150" name="インク 149">
                      <a:extLst>
                        <a:ext uri="{FF2B5EF4-FFF2-40B4-BE49-F238E27FC236}">
                          <a16:creationId xmlns:a16="http://schemas.microsoft.com/office/drawing/2014/main" id="{17394D0D-10D2-46EF-AB81-3A8A3568A4DA}"/>
                        </a:ext>
                      </a:extLst>
                    </p:cNvPr>
                    <p:cNvPicPr/>
                    <p:nvPr/>
                  </p:nvPicPr>
                  <p:blipFill>
                    <a:blip r:embed="rId89"/>
                    <a:stretch>
                      <a:fillRect/>
                    </a:stretch>
                  </p:blipFill>
                  <p:spPr>
                    <a:xfrm>
                      <a:off x="2674460" y="4275540"/>
                      <a:ext cx="187200" cy="643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51" name="インク 150">
                      <a:extLst>
                        <a:ext uri="{FF2B5EF4-FFF2-40B4-BE49-F238E27FC236}">
                          <a16:creationId xmlns:a16="http://schemas.microsoft.com/office/drawing/2014/main" id="{ABDE8308-D2EE-4E16-AFE2-D8E3552B6558}"/>
                        </a:ext>
                      </a:extLst>
                    </p14:cNvPr>
                    <p14:cNvContentPartPr/>
                    <p14:nvPr/>
                  </p14:nvContentPartPr>
                  <p14:xfrm>
                    <a:off x="2612540" y="4716540"/>
                    <a:ext cx="80280" cy="135000"/>
                  </p14:xfrm>
                </p:contentPart>
              </mc:Choice>
              <mc:Fallback xmlns="">
                <p:pic>
                  <p:nvPicPr>
                    <p:cNvPr id="151" name="インク 150">
                      <a:extLst>
                        <a:ext uri="{FF2B5EF4-FFF2-40B4-BE49-F238E27FC236}">
                          <a16:creationId xmlns:a16="http://schemas.microsoft.com/office/drawing/2014/main" id="{ABDE8308-D2EE-4E16-AFE2-D8E3552B6558}"/>
                        </a:ext>
                      </a:extLst>
                    </p:cNvPr>
                    <p:cNvPicPr/>
                    <p:nvPr/>
                  </p:nvPicPr>
                  <p:blipFill>
                    <a:blip r:embed="rId91"/>
                    <a:stretch>
                      <a:fillRect/>
                    </a:stretch>
                  </p:blipFill>
                  <p:spPr>
                    <a:xfrm>
                      <a:off x="2608220" y="4712220"/>
                      <a:ext cx="88920" cy="143640"/>
                    </a:xfrm>
                    <a:prstGeom prst="rect">
                      <a:avLst/>
                    </a:prstGeom>
                  </p:spPr>
                </p:pic>
              </mc:Fallback>
            </mc:AlternateContent>
          </p:grpSp>
          <p:pic>
            <p:nvPicPr>
              <p:cNvPr id="153" name="図 152">
                <a:extLst>
                  <a:ext uri="{FF2B5EF4-FFF2-40B4-BE49-F238E27FC236}">
                    <a16:creationId xmlns:a16="http://schemas.microsoft.com/office/drawing/2014/main" id="{E3EC6965-2A3B-45DE-97E1-D030712B6FC5}"/>
                  </a:ext>
                </a:extLst>
              </p:cNvPr>
              <p:cNvPicPr>
                <a:picLocks noChangeAspect="1"/>
              </p:cNvPicPr>
              <p:nvPr/>
            </p:nvPicPr>
            <p:blipFill>
              <a:blip r:embed="rId74"/>
              <a:stretch>
                <a:fillRect/>
              </a:stretch>
            </p:blipFill>
            <p:spPr>
              <a:xfrm>
                <a:off x="2807786" y="4716540"/>
                <a:ext cx="646331" cy="646331"/>
              </a:xfrm>
              <a:prstGeom prst="rect">
                <a:avLst/>
              </a:prstGeom>
            </p:spPr>
          </p:pic>
          <p:grpSp>
            <p:nvGrpSpPr>
              <p:cNvPr id="156" name="グループ化 155">
                <a:extLst>
                  <a:ext uri="{FF2B5EF4-FFF2-40B4-BE49-F238E27FC236}">
                    <a16:creationId xmlns:a16="http://schemas.microsoft.com/office/drawing/2014/main" id="{A7E49665-DD7B-4951-BB96-4772A2CFD41F}"/>
                  </a:ext>
                </a:extLst>
              </p:cNvPr>
              <p:cNvGrpSpPr/>
              <p:nvPr/>
            </p:nvGrpSpPr>
            <p:grpSpPr>
              <a:xfrm>
                <a:off x="3473300" y="4912020"/>
                <a:ext cx="667080" cy="295200"/>
                <a:chOff x="3473300" y="4912020"/>
                <a:chExt cx="667080" cy="295200"/>
              </a:xfrm>
            </p:grpSpPr>
            <mc:AlternateContent xmlns:mc="http://schemas.openxmlformats.org/markup-compatibility/2006" xmlns:p14="http://schemas.microsoft.com/office/powerpoint/2010/main">
              <mc:Choice Requires="p14">
                <p:contentPart p14:bwMode="auto" r:id="rId92">
                  <p14:nvContentPartPr>
                    <p14:cNvPr id="154" name="インク 153">
                      <a:extLst>
                        <a:ext uri="{FF2B5EF4-FFF2-40B4-BE49-F238E27FC236}">
                          <a16:creationId xmlns:a16="http://schemas.microsoft.com/office/drawing/2014/main" id="{00A410E0-5B03-4D40-A6A7-21C312A12065}"/>
                        </a:ext>
                      </a:extLst>
                    </p14:cNvPr>
                    <p14:cNvContentPartPr/>
                    <p14:nvPr/>
                  </p14:nvContentPartPr>
                  <p14:xfrm>
                    <a:off x="3473300" y="4912020"/>
                    <a:ext cx="665640" cy="206280"/>
                  </p14:xfrm>
                </p:contentPart>
              </mc:Choice>
              <mc:Fallback xmlns="">
                <p:pic>
                  <p:nvPicPr>
                    <p:cNvPr id="154" name="インク 153">
                      <a:extLst>
                        <a:ext uri="{FF2B5EF4-FFF2-40B4-BE49-F238E27FC236}">
                          <a16:creationId xmlns:a16="http://schemas.microsoft.com/office/drawing/2014/main" id="{00A410E0-5B03-4D40-A6A7-21C312A12065}"/>
                        </a:ext>
                      </a:extLst>
                    </p:cNvPr>
                    <p:cNvPicPr/>
                    <p:nvPr/>
                  </p:nvPicPr>
                  <p:blipFill>
                    <a:blip r:embed="rId93"/>
                    <a:stretch>
                      <a:fillRect/>
                    </a:stretch>
                  </p:blipFill>
                  <p:spPr>
                    <a:xfrm>
                      <a:off x="3468980" y="4907700"/>
                      <a:ext cx="6742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55" name="インク 154">
                      <a:extLst>
                        <a:ext uri="{FF2B5EF4-FFF2-40B4-BE49-F238E27FC236}">
                          <a16:creationId xmlns:a16="http://schemas.microsoft.com/office/drawing/2014/main" id="{56ED2503-A0B7-4182-A37A-1075C18264E6}"/>
                        </a:ext>
                      </a:extLst>
                    </p14:cNvPr>
                    <p14:cNvContentPartPr/>
                    <p14:nvPr/>
                  </p14:nvContentPartPr>
                  <p14:xfrm>
                    <a:off x="3855260" y="5092380"/>
                    <a:ext cx="285120" cy="114840"/>
                  </p14:xfrm>
                </p:contentPart>
              </mc:Choice>
              <mc:Fallback xmlns="">
                <p:pic>
                  <p:nvPicPr>
                    <p:cNvPr id="155" name="インク 154">
                      <a:extLst>
                        <a:ext uri="{FF2B5EF4-FFF2-40B4-BE49-F238E27FC236}">
                          <a16:creationId xmlns:a16="http://schemas.microsoft.com/office/drawing/2014/main" id="{56ED2503-A0B7-4182-A37A-1075C18264E6}"/>
                        </a:ext>
                      </a:extLst>
                    </p:cNvPr>
                    <p:cNvPicPr/>
                    <p:nvPr/>
                  </p:nvPicPr>
                  <p:blipFill>
                    <a:blip r:embed="rId95"/>
                    <a:stretch>
                      <a:fillRect/>
                    </a:stretch>
                  </p:blipFill>
                  <p:spPr>
                    <a:xfrm>
                      <a:off x="3850940" y="5088060"/>
                      <a:ext cx="293760" cy="123480"/>
                    </a:xfrm>
                    <a:prstGeom prst="rect">
                      <a:avLst/>
                    </a:prstGeom>
                  </p:spPr>
                </p:pic>
              </mc:Fallback>
            </mc:AlternateContent>
          </p:grpSp>
          <p:pic>
            <p:nvPicPr>
              <p:cNvPr id="157" name="図 156">
                <a:extLst>
                  <a:ext uri="{FF2B5EF4-FFF2-40B4-BE49-F238E27FC236}">
                    <a16:creationId xmlns:a16="http://schemas.microsoft.com/office/drawing/2014/main" id="{7E998B2C-AC09-464C-83E2-A8762B1A09D5}"/>
                  </a:ext>
                </a:extLst>
              </p:cNvPr>
              <p:cNvPicPr>
                <a:picLocks noChangeAspect="1"/>
              </p:cNvPicPr>
              <p:nvPr/>
            </p:nvPicPr>
            <p:blipFill>
              <a:blip r:embed="rId74"/>
              <a:stretch>
                <a:fillRect/>
              </a:stretch>
            </p:blipFill>
            <p:spPr>
              <a:xfrm>
                <a:off x="9745149" y="4716539"/>
                <a:ext cx="646331" cy="646331"/>
              </a:xfrm>
              <a:prstGeom prst="rect">
                <a:avLst/>
              </a:prstGeom>
            </p:spPr>
          </p:pic>
          <p:grpSp>
            <p:nvGrpSpPr>
              <p:cNvPr id="163" name="グループ化 162">
                <a:extLst>
                  <a:ext uri="{FF2B5EF4-FFF2-40B4-BE49-F238E27FC236}">
                    <a16:creationId xmlns:a16="http://schemas.microsoft.com/office/drawing/2014/main" id="{FF3BAE1A-2C1F-4232-B18E-B53B4CB5155A}"/>
                  </a:ext>
                </a:extLst>
              </p:cNvPr>
              <p:cNvGrpSpPr/>
              <p:nvPr/>
            </p:nvGrpSpPr>
            <p:grpSpPr>
              <a:xfrm>
                <a:off x="10312220" y="5057100"/>
                <a:ext cx="370800" cy="302040"/>
                <a:chOff x="10312220" y="5057100"/>
                <a:chExt cx="370800" cy="302040"/>
              </a:xfrm>
            </p:grpSpPr>
            <mc:AlternateContent xmlns:mc="http://schemas.openxmlformats.org/markup-compatibility/2006" xmlns:p14="http://schemas.microsoft.com/office/powerpoint/2010/main">
              <mc:Choice Requires="p14">
                <p:contentPart p14:bwMode="auto" r:id="rId96">
                  <p14:nvContentPartPr>
                    <p14:cNvPr id="161" name="インク 160">
                      <a:extLst>
                        <a:ext uri="{FF2B5EF4-FFF2-40B4-BE49-F238E27FC236}">
                          <a16:creationId xmlns:a16="http://schemas.microsoft.com/office/drawing/2014/main" id="{4C50F85C-77DA-4CC4-ACD1-5B1B0CECC448}"/>
                        </a:ext>
                      </a:extLst>
                    </p14:cNvPr>
                    <p14:cNvContentPartPr/>
                    <p14:nvPr/>
                  </p14:nvContentPartPr>
                  <p14:xfrm>
                    <a:off x="10312220" y="5057100"/>
                    <a:ext cx="370800" cy="302040"/>
                  </p14:xfrm>
                </p:contentPart>
              </mc:Choice>
              <mc:Fallback xmlns="">
                <p:pic>
                  <p:nvPicPr>
                    <p:cNvPr id="161" name="インク 160">
                      <a:extLst>
                        <a:ext uri="{FF2B5EF4-FFF2-40B4-BE49-F238E27FC236}">
                          <a16:creationId xmlns:a16="http://schemas.microsoft.com/office/drawing/2014/main" id="{4C50F85C-77DA-4CC4-ACD1-5B1B0CECC448}"/>
                        </a:ext>
                      </a:extLst>
                    </p:cNvPr>
                    <p:cNvPicPr/>
                    <p:nvPr/>
                  </p:nvPicPr>
                  <p:blipFill>
                    <a:blip r:embed="rId97"/>
                    <a:stretch>
                      <a:fillRect/>
                    </a:stretch>
                  </p:blipFill>
                  <p:spPr>
                    <a:xfrm>
                      <a:off x="10307900" y="5052780"/>
                      <a:ext cx="37944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62" name="インク 161">
                      <a:extLst>
                        <a:ext uri="{FF2B5EF4-FFF2-40B4-BE49-F238E27FC236}">
                          <a16:creationId xmlns:a16="http://schemas.microsoft.com/office/drawing/2014/main" id="{B3F476D7-9262-4423-88FC-273F3C6CC7AD}"/>
                        </a:ext>
                      </a:extLst>
                    </p14:cNvPr>
                    <p14:cNvContentPartPr/>
                    <p14:nvPr/>
                  </p14:nvContentPartPr>
                  <p14:xfrm>
                    <a:off x="10375220" y="5314500"/>
                    <a:ext cx="248400" cy="30960"/>
                  </p14:xfrm>
                </p:contentPart>
              </mc:Choice>
              <mc:Fallback xmlns="">
                <p:pic>
                  <p:nvPicPr>
                    <p:cNvPr id="162" name="インク 161">
                      <a:extLst>
                        <a:ext uri="{FF2B5EF4-FFF2-40B4-BE49-F238E27FC236}">
                          <a16:creationId xmlns:a16="http://schemas.microsoft.com/office/drawing/2014/main" id="{B3F476D7-9262-4423-88FC-273F3C6CC7AD}"/>
                        </a:ext>
                      </a:extLst>
                    </p:cNvPr>
                    <p:cNvPicPr/>
                    <p:nvPr/>
                  </p:nvPicPr>
                  <p:blipFill>
                    <a:blip r:embed="rId99"/>
                    <a:stretch>
                      <a:fillRect/>
                    </a:stretch>
                  </p:blipFill>
                  <p:spPr>
                    <a:xfrm>
                      <a:off x="10370900" y="5310180"/>
                      <a:ext cx="257040" cy="39600"/>
                    </a:xfrm>
                    <a:prstGeom prst="rect">
                      <a:avLst/>
                    </a:prstGeom>
                  </p:spPr>
                </p:pic>
              </mc:Fallback>
            </mc:AlternateContent>
          </p:grpSp>
          <p:grpSp>
            <p:nvGrpSpPr>
              <p:cNvPr id="166" name="グループ化 165">
                <a:extLst>
                  <a:ext uri="{FF2B5EF4-FFF2-40B4-BE49-F238E27FC236}">
                    <a16:creationId xmlns:a16="http://schemas.microsoft.com/office/drawing/2014/main" id="{1064FE35-4846-43F8-A705-EC0A96A122CC}"/>
                  </a:ext>
                </a:extLst>
              </p:cNvPr>
              <p:cNvGrpSpPr/>
              <p:nvPr/>
            </p:nvGrpSpPr>
            <p:grpSpPr>
              <a:xfrm>
                <a:off x="6895820" y="1047780"/>
                <a:ext cx="209880" cy="32040"/>
                <a:chOff x="6895820" y="1047780"/>
                <a:chExt cx="209880" cy="32040"/>
              </a:xfrm>
            </p:grpSpPr>
            <mc:AlternateContent xmlns:mc="http://schemas.openxmlformats.org/markup-compatibility/2006" xmlns:p14="http://schemas.microsoft.com/office/powerpoint/2010/main">
              <mc:Choice Requires="p14">
                <p:contentPart p14:bwMode="auto" r:id="rId100">
                  <p14:nvContentPartPr>
                    <p14:cNvPr id="164" name="インク 163">
                      <a:extLst>
                        <a:ext uri="{FF2B5EF4-FFF2-40B4-BE49-F238E27FC236}">
                          <a16:creationId xmlns:a16="http://schemas.microsoft.com/office/drawing/2014/main" id="{F8CAF4B6-2E86-4CD2-BA86-BC9864E9800A}"/>
                        </a:ext>
                      </a:extLst>
                    </p14:cNvPr>
                    <p14:cNvContentPartPr/>
                    <p14:nvPr/>
                  </p14:nvContentPartPr>
                  <p14:xfrm>
                    <a:off x="6895820" y="1079460"/>
                    <a:ext cx="360" cy="360"/>
                  </p14:xfrm>
                </p:contentPart>
              </mc:Choice>
              <mc:Fallback xmlns="">
                <p:pic>
                  <p:nvPicPr>
                    <p:cNvPr id="164" name="インク 163">
                      <a:extLst>
                        <a:ext uri="{FF2B5EF4-FFF2-40B4-BE49-F238E27FC236}">
                          <a16:creationId xmlns:a16="http://schemas.microsoft.com/office/drawing/2014/main" id="{F8CAF4B6-2E86-4CD2-BA86-BC9864E9800A}"/>
                        </a:ext>
                      </a:extLst>
                    </p:cNvPr>
                    <p:cNvPicPr/>
                    <p:nvPr/>
                  </p:nvPicPr>
                  <p:blipFill>
                    <a:blip r:embed="rId4"/>
                    <a:stretch>
                      <a:fillRect/>
                    </a:stretch>
                  </p:blipFill>
                  <p:spPr>
                    <a:xfrm>
                      <a:off x="6891500" y="10751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65" name="インク 164">
                      <a:extLst>
                        <a:ext uri="{FF2B5EF4-FFF2-40B4-BE49-F238E27FC236}">
                          <a16:creationId xmlns:a16="http://schemas.microsoft.com/office/drawing/2014/main" id="{163FD751-C5E7-4943-9D2C-6E7765353FA7}"/>
                        </a:ext>
                      </a:extLst>
                    </p14:cNvPr>
                    <p14:cNvContentPartPr/>
                    <p14:nvPr/>
                  </p14:nvContentPartPr>
                  <p14:xfrm>
                    <a:off x="7105340" y="1047780"/>
                    <a:ext cx="360" cy="360"/>
                  </p14:xfrm>
                </p:contentPart>
              </mc:Choice>
              <mc:Fallback xmlns="">
                <p:pic>
                  <p:nvPicPr>
                    <p:cNvPr id="165" name="インク 164">
                      <a:extLst>
                        <a:ext uri="{FF2B5EF4-FFF2-40B4-BE49-F238E27FC236}">
                          <a16:creationId xmlns:a16="http://schemas.microsoft.com/office/drawing/2014/main" id="{163FD751-C5E7-4943-9D2C-6E7765353FA7}"/>
                        </a:ext>
                      </a:extLst>
                    </p:cNvPr>
                    <p:cNvPicPr/>
                    <p:nvPr/>
                  </p:nvPicPr>
                  <p:blipFill>
                    <a:blip r:embed="rId4"/>
                    <a:stretch>
                      <a:fillRect/>
                    </a:stretch>
                  </p:blipFill>
                  <p:spPr>
                    <a:xfrm>
                      <a:off x="7101020" y="1043460"/>
                      <a:ext cx="9000" cy="9000"/>
                    </a:xfrm>
                    <a:prstGeom prst="rect">
                      <a:avLst/>
                    </a:prstGeom>
                  </p:spPr>
                </p:pic>
              </mc:Fallback>
            </mc:AlternateContent>
          </p:grpSp>
          <p:sp>
            <p:nvSpPr>
              <p:cNvPr id="167" name="テキスト ボックス 166">
                <a:extLst>
                  <a:ext uri="{FF2B5EF4-FFF2-40B4-BE49-F238E27FC236}">
                    <a16:creationId xmlns:a16="http://schemas.microsoft.com/office/drawing/2014/main" id="{4BFA9D5B-1261-4178-BE86-1CF58124206C}"/>
                  </a:ext>
                </a:extLst>
              </p:cNvPr>
              <p:cNvSpPr txBox="1"/>
              <p:nvPr/>
            </p:nvSpPr>
            <p:spPr>
              <a:xfrm>
                <a:off x="8521413" y="4303952"/>
                <a:ext cx="1410586" cy="784830"/>
              </a:xfrm>
              <a:prstGeom prst="rect">
                <a:avLst/>
              </a:prstGeom>
              <a:noFill/>
            </p:spPr>
            <p:txBody>
              <a:bodyPr wrap="square" rtlCol="0">
                <a:spAutoFit/>
              </a:bodyPr>
              <a:lstStyle/>
              <a:p>
                <a:r>
                  <a:rPr kumimoji="1" lang="ja-JP" altLang="en-US" sz="900" dirty="0">
                    <a:solidFill>
                      <a:schemeClr val="bg1"/>
                    </a:solidFill>
                  </a:rPr>
                  <a:t>プレイヤーは一定間隔（３～４秒毎）で転がってくる鉄球をジャンプで避けながら</a:t>
                </a:r>
                <a:endParaRPr kumimoji="1" lang="en-US" altLang="ja-JP" sz="900" dirty="0">
                  <a:solidFill>
                    <a:schemeClr val="bg1"/>
                  </a:solidFill>
                </a:endParaRPr>
              </a:p>
              <a:p>
                <a:r>
                  <a:rPr lang="ja-JP" altLang="en-US" sz="900" dirty="0">
                    <a:solidFill>
                      <a:schemeClr val="bg1"/>
                    </a:solidFill>
                  </a:rPr>
                  <a:t>ＧＯＡＬを目指す</a:t>
                </a:r>
                <a:endParaRPr kumimoji="1" lang="ja-JP" altLang="en-US" sz="900" dirty="0">
                  <a:solidFill>
                    <a:schemeClr val="bg1"/>
                  </a:solidFill>
                </a:endParaRPr>
              </a:p>
            </p:txBody>
          </p:sp>
          <p:grpSp>
            <p:nvGrpSpPr>
              <p:cNvPr id="170" name="グループ化 169">
                <a:extLst>
                  <a:ext uri="{FF2B5EF4-FFF2-40B4-BE49-F238E27FC236}">
                    <a16:creationId xmlns:a16="http://schemas.microsoft.com/office/drawing/2014/main" id="{6E5F33BD-9B5E-408C-9FDD-6A8A2FE6CDEF}"/>
                  </a:ext>
                </a:extLst>
              </p:cNvPr>
              <p:cNvGrpSpPr/>
              <p:nvPr/>
            </p:nvGrpSpPr>
            <p:grpSpPr>
              <a:xfrm>
                <a:off x="6313340" y="5238900"/>
                <a:ext cx="716760" cy="336960"/>
                <a:chOff x="6313340" y="5238900"/>
                <a:chExt cx="716760" cy="336960"/>
              </a:xfrm>
            </p:grpSpPr>
            <mc:AlternateContent xmlns:mc="http://schemas.openxmlformats.org/markup-compatibility/2006" xmlns:p14="http://schemas.microsoft.com/office/powerpoint/2010/main">
              <mc:Choice Requires="p14">
                <p:contentPart p14:bwMode="auto" r:id="rId102">
                  <p14:nvContentPartPr>
                    <p14:cNvPr id="168" name="インク 167">
                      <a:extLst>
                        <a:ext uri="{FF2B5EF4-FFF2-40B4-BE49-F238E27FC236}">
                          <a16:creationId xmlns:a16="http://schemas.microsoft.com/office/drawing/2014/main" id="{EF67349C-70FC-489C-934C-504842BEF4F4}"/>
                        </a:ext>
                      </a:extLst>
                    </p14:cNvPr>
                    <p14:cNvContentPartPr/>
                    <p14:nvPr/>
                  </p14:nvContentPartPr>
                  <p14:xfrm>
                    <a:off x="6318380" y="5245740"/>
                    <a:ext cx="711720" cy="330120"/>
                  </p14:xfrm>
                </p:contentPart>
              </mc:Choice>
              <mc:Fallback xmlns="">
                <p:pic>
                  <p:nvPicPr>
                    <p:cNvPr id="168" name="インク 167">
                      <a:extLst>
                        <a:ext uri="{FF2B5EF4-FFF2-40B4-BE49-F238E27FC236}">
                          <a16:creationId xmlns:a16="http://schemas.microsoft.com/office/drawing/2014/main" id="{EF67349C-70FC-489C-934C-504842BEF4F4}"/>
                        </a:ext>
                      </a:extLst>
                    </p:cNvPr>
                    <p:cNvPicPr/>
                    <p:nvPr/>
                  </p:nvPicPr>
                  <p:blipFill>
                    <a:blip r:embed="rId103"/>
                    <a:stretch>
                      <a:fillRect/>
                    </a:stretch>
                  </p:blipFill>
                  <p:spPr>
                    <a:xfrm>
                      <a:off x="6314060" y="5241420"/>
                      <a:ext cx="720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69" name="インク 168">
                      <a:extLst>
                        <a:ext uri="{FF2B5EF4-FFF2-40B4-BE49-F238E27FC236}">
                          <a16:creationId xmlns:a16="http://schemas.microsoft.com/office/drawing/2014/main" id="{911F1E93-2A5C-4CD1-B310-2C08252ADF39}"/>
                        </a:ext>
                      </a:extLst>
                    </p14:cNvPr>
                    <p14:cNvContentPartPr/>
                    <p14:nvPr/>
                  </p14:nvContentPartPr>
                  <p14:xfrm>
                    <a:off x="6313340" y="5238900"/>
                    <a:ext cx="677520" cy="33120"/>
                  </p14:xfrm>
                </p:contentPart>
              </mc:Choice>
              <mc:Fallback xmlns="">
                <p:pic>
                  <p:nvPicPr>
                    <p:cNvPr id="169" name="インク 168">
                      <a:extLst>
                        <a:ext uri="{FF2B5EF4-FFF2-40B4-BE49-F238E27FC236}">
                          <a16:creationId xmlns:a16="http://schemas.microsoft.com/office/drawing/2014/main" id="{911F1E93-2A5C-4CD1-B310-2C08252ADF39}"/>
                        </a:ext>
                      </a:extLst>
                    </p:cNvPr>
                    <p:cNvPicPr/>
                    <p:nvPr/>
                  </p:nvPicPr>
                  <p:blipFill>
                    <a:blip r:embed="rId105"/>
                    <a:stretch>
                      <a:fillRect/>
                    </a:stretch>
                  </p:blipFill>
                  <p:spPr>
                    <a:xfrm>
                      <a:off x="6309020" y="5234580"/>
                      <a:ext cx="686160" cy="41760"/>
                    </a:xfrm>
                    <a:prstGeom prst="rect">
                      <a:avLst/>
                    </a:prstGeom>
                  </p:spPr>
                </p:pic>
              </mc:Fallback>
            </mc:AlternateContent>
          </p:grpSp>
          <p:sp>
            <p:nvSpPr>
              <p:cNvPr id="171" name="テキスト ボックス 170">
                <a:extLst>
                  <a:ext uri="{FF2B5EF4-FFF2-40B4-BE49-F238E27FC236}">
                    <a16:creationId xmlns:a16="http://schemas.microsoft.com/office/drawing/2014/main" id="{0281D6AE-C663-4DDD-BA3E-D355453C1F05}"/>
                  </a:ext>
                </a:extLst>
              </p:cNvPr>
              <p:cNvSpPr txBox="1"/>
              <p:nvPr/>
            </p:nvSpPr>
            <p:spPr>
              <a:xfrm>
                <a:off x="5883399" y="4697222"/>
                <a:ext cx="1913861" cy="369332"/>
              </a:xfrm>
              <a:prstGeom prst="rect">
                <a:avLst/>
              </a:prstGeom>
              <a:noFill/>
            </p:spPr>
            <p:txBody>
              <a:bodyPr wrap="square" rtlCol="0">
                <a:spAutoFit/>
              </a:bodyPr>
              <a:lstStyle/>
              <a:p>
                <a:r>
                  <a:rPr lang="ja-JP" altLang="en-US" sz="900" dirty="0">
                    <a:solidFill>
                      <a:schemeClr val="bg1"/>
                    </a:solidFill>
                  </a:rPr>
                  <a:t>トゲ真上の３ブロックはプレイヤーのみ判定がなく、すりぬける</a:t>
                </a:r>
                <a:endParaRPr kumimoji="1" lang="ja-JP" altLang="en-US" sz="900" dirty="0">
                  <a:solidFill>
                    <a:schemeClr val="bg1"/>
                  </a:solidFill>
                </a:endParaRPr>
              </a:p>
            </p:txBody>
          </p:sp>
        </p:grpSp>
        <mc:AlternateContent xmlns:mc="http://schemas.openxmlformats.org/markup-compatibility/2006" xmlns:p14="http://schemas.microsoft.com/office/powerpoint/2010/main">
          <mc:Choice Requires="p14">
            <p:contentPart p14:bwMode="auto" r:id="rId106">
              <p14:nvContentPartPr>
                <p14:cNvPr id="175" name="インク 174">
                  <a:extLst>
                    <a:ext uri="{FF2B5EF4-FFF2-40B4-BE49-F238E27FC236}">
                      <a16:creationId xmlns:a16="http://schemas.microsoft.com/office/drawing/2014/main" id="{44196D49-52E8-46A6-B80D-54480451AE14}"/>
                    </a:ext>
                  </a:extLst>
                </p14:cNvPr>
                <p14:cNvContentPartPr/>
                <p14:nvPr/>
              </p14:nvContentPartPr>
              <p14:xfrm>
                <a:off x="4140020" y="3502620"/>
                <a:ext cx="1436400" cy="313920"/>
              </p14:xfrm>
            </p:contentPart>
          </mc:Choice>
          <mc:Fallback xmlns="">
            <p:pic>
              <p:nvPicPr>
                <p:cNvPr id="175" name="インク 174">
                  <a:extLst>
                    <a:ext uri="{FF2B5EF4-FFF2-40B4-BE49-F238E27FC236}">
                      <a16:creationId xmlns:a16="http://schemas.microsoft.com/office/drawing/2014/main" id="{44196D49-52E8-46A6-B80D-54480451AE14}"/>
                    </a:ext>
                  </a:extLst>
                </p:cNvPr>
                <p:cNvPicPr/>
                <p:nvPr/>
              </p:nvPicPr>
              <p:blipFill>
                <a:blip r:embed="rId107"/>
                <a:stretch>
                  <a:fillRect/>
                </a:stretch>
              </p:blipFill>
              <p:spPr>
                <a:xfrm>
                  <a:off x="4135700" y="3498300"/>
                  <a:ext cx="144504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76" name="インク 175">
                  <a:extLst>
                    <a:ext uri="{FF2B5EF4-FFF2-40B4-BE49-F238E27FC236}">
                      <a16:creationId xmlns:a16="http://schemas.microsoft.com/office/drawing/2014/main" id="{41CEEF63-A3B0-4658-8F26-BF8C84DFF72A}"/>
                    </a:ext>
                  </a:extLst>
                </p14:cNvPr>
                <p14:cNvContentPartPr/>
                <p14:nvPr/>
              </p14:nvContentPartPr>
              <p14:xfrm>
                <a:off x="7531580" y="3449700"/>
                <a:ext cx="901440" cy="430560"/>
              </p14:xfrm>
            </p:contentPart>
          </mc:Choice>
          <mc:Fallback xmlns="">
            <p:pic>
              <p:nvPicPr>
                <p:cNvPr id="176" name="インク 175">
                  <a:extLst>
                    <a:ext uri="{FF2B5EF4-FFF2-40B4-BE49-F238E27FC236}">
                      <a16:creationId xmlns:a16="http://schemas.microsoft.com/office/drawing/2014/main" id="{41CEEF63-A3B0-4658-8F26-BF8C84DFF72A}"/>
                    </a:ext>
                  </a:extLst>
                </p:cNvPr>
                <p:cNvPicPr/>
                <p:nvPr/>
              </p:nvPicPr>
              <p:blipFill>
                <a:blip r:embed="rId109"/>
                <a:stretch>
                  <a:fillRect/>
                </a:stretch>
              </p:blipFill>
              <p:spPr>
                <a:xfrm>
                  <a:off x="7527260" y="3445380"/>
                  <a:ext cx="910080" cy="439200"/>
                </a:xfrm>
                <a:prstGeom prst="rect">
                  <a:avLst/>
                </a:prstGeom>
              </p:spPr>
            </p:pic>
          </mc:Fallback>
        </mc:AlternateContent>
        <p:sp>
          <p:nvSpPr>
            <p:cNvPr id="177" name="テキスト ボックス 176">
              <a:extLst>
                <a:ext uri="{FF2B5EF4-FFF2-40B4-BE49-F238E27FC236}">
                  <a16:creationId xmlns:a16="http://schemas.microsoft.com/office/drawing/2014/main" id="{E89AC102-3FAF-4ECE-AE4A-36E5775F7C1D}"/>
                </a:ext>
              </a:extLst>
            </p:cNvPr>
            <p:cNvSpPr txBox="1"/>
            <p:nvPr/>
          </p:nvSpPr>
          <p:spPr>
            <a:xfrm>
              <a:off x="5612269" y="3200417"/>
              <a:ext cx="1913861" cy="646331"/>
            </a:xfrm>
            <a:prstGeom prst="rect">
              <a:avLst/>
            </a:prstGeom>
            <a:noFill/>
          </p:spPr>
          <p:txBody>
            <a:bodyPr wrap="square" rtlCol="0">
              <a:spAutoFit/>
            </a:bodyPr>
            <a:lstStyle/>
            <a:p>
              <a:r>
                <a:rPr lang="ja-JP" altLang="en-US" sz="900" dirty="0">
                  <a:solidFill>
                    <a:schemeClr val="bg1"/>
                  </a:solidFill>
                </a:rPr>
                <a:t>この１マスはプレイヤーが踏むと</a:t>
              </a:r>
              <a:endParaRPr lang="en-US" altLang="ja-JP" sz="900" dirty="0">
                <a:solidFill>
                  <a:schemeClr val="bg1"/>
                </a:solidFill>
              </a:endParaRPr>
            </a:p>
            <a:p>
              <a:r>
                <a:rPr kumimoji="1" lang="ja-JP" altLang="en-US" sz="900" dirty="0">
                  <a:solidFill>
                    <a:schemeClr val="bg1"/>
                  </a:solidFill>
                </a:rPr>
                <a:t>消える。　ジャンプで復帰可能。</a:t>
              </a:r>
              <a:endParaRPr kumimoji="1" lang="en-US" altLang="ja-JP" sz="900" dirty="0">
                <a:solidFill>
                  <a:schemeClr val="bg1"/>
                </a:solidFill>
              </a:endParaRPr>
            </a:p>
            <a:p>
              <a:r>
                <a:rPr lang="ja-JP" altLang="en-US" sz="900" dirty="0">
                  <a:solidFill>
                    <a:schemeClr val="bg1"/>
                  </a:solidFill>
                </a:rPr>
                <a:t>プレイヤー一人分が消えるので</a:t>
              </a:r>
              <a:endParaRPr lang="en-US" altLang="ja-JP" sz="900" dirty="0">
                <a:solidFill>
                  <a:schemeClr val="bg1"/>
                </a:solidFill>
              </a:endParaRPr>
            </a:p>
            <a:p>
              <a:r>
                <a:rPr lang="ja-JP" altLang="en-US" sz="900" dirty="0">
                  <a:solidFill>
                    <a:schemeClr val="bg1"/>
                  </a:solidFill>
                </a:rPr>
                <a:t>鉄球には影響なし</a:t>
              </a:r>
              <a:endParaRPr lang="en-US" altLang="ja-JP" sz="900" dirty="0">
                <a:solidFill>
                  <a:schemeClr val="bg1"/>
                </a:solidFill>
              </a:endParaRPr>
            </a:p>
          </p:txBody>
        </p:sp>
        <mc:AlternateContent xmlns:mc="http://schemas.openxmlformats.org/markup-compatibility/2006" xmlns:p14="http://schemas.microsoft.com/office/powerpoint/2010/main">
          <mc:Choice Requires="p14">
            <p:contentPart p14:bwMode="auto" r:id="rId110">
              <p14:nvContentPartPr>
                <p14:cNvPr id="178" name="インク 177">
                  <a:extLst>
                    <a:ext uri="{FF2B5EF4-FFF2-40B4-BE49-F238E27FC236}">
                      <a16:creationId xmlns:a16="http://schemas.microsoft.com/office/drawing/2014/main" id="{AA73AC12-7F35-441E-B0AE-BC8A217458E8}"/>
                    </a:ext>
                  </a:extLst>
                </p14:cNvPr>
                <p14:cNvContentPartPr/>
                <p14:nvPr/>
              </p14:nvContentPartPr>
              <p14:xfrm>
                <a:off x="4102220" y="3897540"/>
                <a:ext cx="261000" cy="285480"/>
              </p14:xfrm>
            </p:contentPart>
          </mc:Choice>
          <mc:Fallback xmlns="">
            <p:pic>
              <p:nvPicPr>
                <p:cNvPr id="178" name="インク 177">
                  <a:extLst>
                    <a:ext uri="{FF2B5EF4-FFF2-40B4-BE49-F238E27FC236}">
                      <a16:creationId xmlns:a16="http://schemas.microsoft.com/office/drawing/2014/main" id="{AA73AC12-7F35-441E-B0AE-BC8A217458E8}"/>
                    </a:ext>
                  </a:extLst>
                </p:cNvPr>
                <p:cNvPicPr/>
                <p:nvPr/>
              </p:nvPicPr>
              <p:blipFill>
                <a:blip r:embed="rId111"/>
                <a:stretch>
                  <a:fillRect/>
                </a:stretch>
              </p:blipFill>
              <p:spPr>
                <a:xfrm>
                  <a:off x="4097900" y="3893220"/>
                  <a:ext cx="2696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79" name="インク 178">
                  <a:extLst>
                    <a:ext uri="{FF2B5EF4-FFF2-40B4-BE49-F238E27FC236}">
                      <a16:creationId xmlns:a16="http://schemas.microsoft.com/office/drawing/2014/main" id="{171A25DB-E5AF-4E07-A1D3-1D2137F624BD}"/>
                    </a:ext>
                  </a:extLst>
                </p14:cNvPr>
                <p14:cNvContentPartPr/>
                <p14:nvPr/>
              </p14:nvContentPartPr>
              <p14:xfrm>
                <a:off x="8362460" y="3917340"/>
                <a:ext cx="249120" cy="260640"/>
              </p14:xfrm>
            </p:contentPart>
          </mc:Choice>
          <mc:Fallback xmlns="">
            <p:pic>
              <p:nvPicPr>
                <p:cNvPr id="179" name="インク 178">
                  <a:extLst>
                    <a:ext uri="{FF2B5EF4-FFF2-40B4-BE49-F238E27FC236}">
                      <a16:creationId xmlns:a16="http://schemas.microsoft.com/office/drawing/2014/main" id="{171A25DB-E5AF-4E07-A1D3-1D2137F624BD}"/>
                    </a:ext>
                  </a:extLst>
                </p:cNvPr>
                <p:cNvPicPr/>
                <p:nvPr/>
              </p:nvPicPr>
              <p:blipFill>
                <a:blip r:embed="rId113"/>
                <a:stretch>
                  <a:fillRect/>
                </a:stretch>
              </p:blipFill>
              <p:spPr>
                <a:xfrm>
                  <a:off x="8358140" y="3913020"/>
                  <a:ext cx="257760" cy="269280"/>
                </a:xfrm>
                <a:prstGeom prst="rect">
                  <a:avLst/>
                </a:prstGeom>
              </p:spPr>
            </p:pic>
          </mc:Fallback>
        </mc:AlternateContent>
      </p:grpSp>
    </p:spTree>
    <p:extLst>
      <p:ext uri="{BB962C8B-B14F-4D97-AF65-F5344CB8AC3E}">
        <p14:creationId xmlns:p14="http://schemas.microsoft.com/office/powerpoint/2010/main" val="430059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lang="ja-JP" altLang="en-US" dirty="0"/>
              <a:t>タイトル</a:t>
            </a:r>
            <a:r>
              <a:rPr kumimoji="1" lang="ja-JP" altLang="en-US" dirty="0"/>
              <a:t>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51694" y="404499"/>
            <a:ext cx="10838794" cy="646331"/>
          </a:xfrm>
          <a:prstGeom prst="rect">
            <a:avLst/>
          </a:prstGeom>
          <a:noFill/>
        </p:spPr>
        <p:txBody>
          <a:bodyPr wrap="square" rtlCol="0">
            <a:spAutoFit/>
          </a:bodyPr>
          <a:lstStyle/>
          <a:p>
            <a:r>
              <a:rPr lang="ja-JP" altLang="en-US" dirty="0"/>
              <a:t>タイトル画面はなるべくシンプルな配置でフォントや音など演出などでユーザーの感覚にインパクトを与えたい。　画面がごちゃごちゃしていると混乱を与える恐れがあるため。</a:t>
            </a:r>
            <a:r>
              <a:rPr lang="en-US" altLang="ja-JP" dirty="0"/>
              <a:t>BGM</a:t>
            </a:r>
            <a:r>
              <a:rPr lang="ja-JP" altLang="en-US" dirty="0"/>
              <a:t>も流す。</a:t>
            </a:r>
            <a:endParaRPr lang="en-US" altLang="ja-JP"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470695" y="2327989"/>
            <a:ext cx="9522372" cy="1107996"/>
          </a:xfrm>
          <a:prstGeom prst="rect">
            <a:avLst/>
          </a:prstGeom>
          <a:noFill/>
        </p:spPr>
        <p:txBody>
          <a:bodyPr wrap="square" rtlCol="0">
            <a:spAutoFit/>
          </a:bodyPr>
          <a:lstStyle/>
          <a:p>
            <a:r>
              <a:rPr lang="ja-JP" altLang="en-US" sz="6600" dirty="0">
                <a:solidFill>
                  <a:schemeClr val="accent4"/>
                </a:solidFill>
                <a:latin typeface="HG丸ｺﾞｼｯｸM-PRO" panose="020F0600000000000000" pitchFamily="50" charset="-128"/>
                <a:ea typeface="HG丸ｺﾞｼｯｸM-PRO" panose="020F0600000000000000" pitchFamily="50" charset="-128"/>
              </a:rPr>
              <a:t>お前には無理</a:t>
            </a:r>
            <a:endParaRPr kumimoji="1" lang="ja-JP" altLang="en-US" sz="6600" dirty="0">
              <a:solidFill>
                <a:schemeClr val="accent4"/>
              </a:solidFill>
              <a:latin typeface="HG丸ｺﾞｼｯｸM-PRO" panose="020F0600000000000000" pitchFamily="50" charset="-128"/>
              <a:ea typeface="HG丸ｺﾞｼｯｸM-PRO" panose="020F0600000000000000" pitchFamily="50"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4299700" y="3132526"/>
            <a:ext cx="4924927" cy="923330"/>
          </a:xfrm>
          <a:prstGeom prst="rect">
            <a:avLst/>
          </a:prstGeom>
          <a:noFill/>
        </p:spPr>
        <p:txBody>
          <a:bodyPr wrap="square" rtlCol="0">
            <a:spAutoFit/>
          </a:bodyPr>
          <a:lstStyle/>
          <a:p>
            <a:pPr algn="ctr"/>
            <a:endParaRPr kumimoji="1" lang="en-US" altLang="ja-JP" dirty="0"/>
          </a:p>
          <a:p>
            <a:pPr algn="ctr"/>
            <a:endParaRPr kumimoji="1" lang="en-US" altLang="ja-JP" dirty="0"/>
          </a:p>
          <a:p>
            <a:endParaRPr kumimoji="1" lang="en-US" altLang="ja-JP" dirty="0"/>
          </a:p>
        </p:txBody>
      </p:sp>
      <p:sp>
        <p:nvSpPr>
          <p:cNvPr id="9" name="正方形/長方形 8">
            <a:extLst>
              <a:ext uri="{FF2B5EF4-FFF2-40B4-BE49-F238E27FC236}">
                <a16:creationId xmlns:a16="http://schemas.microsoft.com/office/drawing/2014/main" id="{43B411C7-6655-4814-A951-BFFFE030C03A}"/>
              </a:ext>
            </a:extLst>
          </p:cNvPr>
          <p:cNvSpPr/>
          <p:nvPr/>
        </p:nvSpPr>
        <p:spPr>
          <a:xfrm>
            <a:off x="1321053" y="1932836"/>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5" name="テキスト ボックス 4">
            <a:extLst>
              <a:ext uri="{FF2B5EF4-FFF2-40B4-BE49-F238E27FC236}">
                <a16:creationId xmlns:a16="http://schemas.microsoft.com/office/drawing/2014/main" id="{FCCB1139-76A7-46EB-BFC3-287096F622FC}"/>
              </a:ext>
            </a:extLst>
          </p:cNvPr>
          <p:cNvSpPr txBox="1"/>
          <p:nvPr/>
        </p:nvSpPr>
        <p:spPr>
          <a:xfrm>
            <a:off x="4178969" y="3891399"/>
            <a:ext cx="6609347" cy="369332"/>
          </a:xfrm>
          <a:prstGeom prst="rect">
            <a:avLst/>
          </a:prstGeom>
          <a:noFill/>
        </p:spPr>
        <p:txBody>
          <a:bodyPr wrap="square" rtlCol="0">
            <a:spAutoFit/>
          </a:bodyPr>
          <a:lstStyle/>
          <a:p>
            <a:r>
              <a:rPr kumimoji="1" lang="en-US" altLang="ja-JP" dirty="0"/>
              <a:t>[START]] P</a:t>
            </a:r>
            <a:r>
              <a:rPr kumimoji="1" lang="ja-JP" altLang="en-US" dirty="0"/>
              <a:t>キーを押してください</a:t>
            </a:r>
          </a:p>
        </p:txBody>
      </p:sp>
    </p:spTree>
    <p:extLst>
      <p:ext uri="{BB962C8B-B14F-4D97-AF65-F5344CB8AC3E}">
        <p14:creationId xmlns:p14="http://schemas.microsoft.com/office/powerpoint/2010/main" val="3440093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lang="ja-JP" altLang="en-US" dirty="0"/>
              <a:t>タイトル</a:t>
            </a:r>
            <a:r>
              <a:rPr kumimoji="1" lang="ja-JP" altLang="en-US" dirty="0"/>
              <a:t>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51694" y="404499"/>
            <a:ext cx="10838794" cy="1231106"/>
          </a:xfrm>
          <a:prstGeom prst="rect">
            <a:avLst/>
          </a:prstGeom>
          <a:noFill/>
        </p:spPr>
        <p:txBody>
          <a:bodyPr wrap="square" rtlCol="0">
            <a:spAutoFit/>
          </a:bodyPr>
          <a:lstStyle/>
          <a:p>
            <a:r>
              <a:rPr lang="ja-JP" altLang="en-US" sz="1400" dirty="0"/>
              <a:t>この画面では、二つの難易度別ステージを選択することが可能。</a:t>
            </a:r>
            <a:endParaRPr lang="en-US" altLang="ja-JP" sz="1400" dirty="0"/>
          </a:p>
          <a:p>
            <a:r>
              <a:rPr lang="ja-JP" altLang="en-US" sz="1400" dirty="0"/>
              <a:t>タイムやスコア、ランクは共通だが、残機の数を変更する。易しい→５個　難しい→３個</a:t>
            </a:r>
            <a:endParaRPr lang="en-US" altLang="ja-JP" sz="1400" dirty="0"/>
          </a:p>
          <a:p>
            <a:r>
              <a:rPr lang="ja-JP" altLang="en-US" sz="1400" dirty="0"/>
              <a:t>コース選択では、キーを分けてコースを選択できるようにする。</a:t>
            </a:r>
            <a:endParaRPr lang="en-US" altLang="ja-JP" sz="1400" dirty="0"/>
          </a:p>
          <a:p>
            <a:endParaRPr lang="en-US" altLang="ja-JP" sz="1400" dirty="0"/>
          </a:p>
          <a:p>
            <a:endParaRPr lang="en-US" altLang="ja-JP"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544287" y="1171664"/>
            <a:ext cx="10647918" cy="50114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729998" y="1171664"/>
            <a:ext cx="9522372" cy="769441"/>
          </a:xfrm>
          <a:prstGeom prst="rect">
            <a:avLst/>
          </a:prstGeom>
          <a:noFill/>
        </p:spPr>
        <p:txBody>
          <a:bodyPr wrap="square" rtlCol="0">
            <a:spAutoFit/>
          </a:bodyPr>
          <a:lstStyle/>
          <a:p>
            <a:r>
              <a:rPr lang="ja-JP" altLang="en-US" sz="4400" dirty="0">
                <a:solidFill>
                  <a:schemeClr val="accent4"/>
                </a:solidFill>
                <a:latin typeface="HG丸ｺﾞｼｯｸM-PRO" panose="020F0600000000000000" pitchFamily="50" charset="-128"/>
                <a:ea typeface="HG丸ｺﾞｼｯｸM-PRO" panose="020F0600000000000000" pitchFamily="50" charset="-128"/>
              </a:rPr>
              <a:t>ステージ選択</a:t>
            </a:r>
            <a:endParaRPr lang="en-US" altLang="ja-JP" sz="4400" dirty="0">
              <a:solidFill>
                <a:schemeClr val="accent4"/>
              </a:solidFill>
              <a:latin typeface="HG丸ｺﾞｼｯｸM-PRO" panose="020F0600000000000000" pitchFamily="50" charset="-128"/>
              <a:ea typeface="HG丸ｺﾞｼｯｸM-PRO" panose="020F0600000000000000" pitchFamily="50" charset="-128"/>
            </a:endParaRPr>
          </a:p>
        </p:txBody>
      </p:sp>
      <p:sp>
        <p:nvSpPr>
          <p:cNvPr id="11" name="正方形/長方形 10">
            <a:extLst>
              <a:ext uri="{FF2B5EF4-FFF2-40B4-BE49-F238E27FC236}">
                <a16:creationId xmlns:a16="http://schemas.microsoft.com/office/drawing/2014/main" id="{3A5BD2E6-9063-46C1-A0C2-6CDAFBF44A53}"/>
              </a:ext>
            </a:extLst>
          </p:cNvPr>
          <p:cNvSpPr/>
          <p:nvPr/>
        </p:nvSpPr>
        <p:spPr>
          <a:xfrm>
            <a:off x="1111680" y="2662156"/>
            <a:ext cx="3601452" cy="271483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易しいチュートリアル　</a:t>
            </a:r>
            <a:endParaRPr kumimoji="1" lang="en-US" altLang="ja-JP" dirty="0"/>
          </a:p>
          <a:p>
            <a:pPr algn="ctr"/>
            <a:r>
              <a:rPr lang="ja-JP" altLang="en-US" dirty="0"/>
              <a:t>すぐイライラしちゃう人に</a:t>
            </a:r>
            <a:endParaRPr lang="en-US" altLang="ja-JP" dirty="0"/>
          </a:p>
          <a:p>
            <a:pPr algn="ctr"/>
            <a:r>
              <a:rPr kumimoji="1" lang="ja-JP" altLang="en-US" dirty="0"/>
              <a:t>おすすめ</a:t>
            </a:r>
            <a:endParaRPr kumimoji="1" lang="en-US" altLang="ja-JP" dirty="0"/>
          </a:p>
          <a:p>
            <a:pPr algn="ctr"/>
            <a:r>
              <a:rPr lang="ja-JP" altLang="en-US" dirty="0"/>
              <a:t>残機数５</a:t>
            </a:r>
            <a:endParaRPr lang="en-US" altLang="ja-JP" dirty="0"/>
          </a:p>
          <a:p>
            <a:pPr algn="ctr"/>
            <a:r>
              <a:rPr kumimoji="1" lang="en-US" altLang="ja-JP" dirty="0"/>
              <a:t>Push to[E]</a:t>
            </a:r>
            <a:r>
              <a:rPr kumimoji="1" lang="ja-JP" altLang="en-US" dirty="0"/>
              <a:t>　</a:t>
            </a:r>
            <a:endParaRPr kumimoji="1" lang="en-US" altLang="ja-JP" dirty="0"/>
          </a:p>
        </p:txBody>
      </p:sp>
      <p:sp>
        <p:nvSpPr>
          <p:cNvPr id="14" name="正方形/長方形 13">
            <a:extLst>
              <a:ext uri="{FF2B5EF4-FFF2-40B4-BE49-F238E27FC236}">
                <a16:creationId xmlns:a16="http://schemas.microsoft.com/office/drawing/2014/main" id="{AD47C4C8-946E-433D-B2D5-26E1E3928581}"/>
              </a:ext>
            </a:extLst>
          </p:cNvPr>
          <p:cNvSpPr/>
          <p:nvPr/>
        </p:nvSpPr>
        <p:spPr>
          <a:xfrm>
            <a:off x="6690458" y="2662156"/>
            <a:ext cx="3601452" cy="271483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難しい</a:t>
            </a:r>
            <a:endParaRPr kumimoji="1" lang="en-US" altLang="ja-JP" dirty="0"/>
          </a:p>
          <a:p>
            <a:pPr algn="ctr"/>
            <a:r>
              <a:rPr lang="ja-JP" altLang="en-US" dirty="0"/>
              <a:t>たくさん死にたい人におすすめ</a:t>
            </a:r>
            <a:endParaRPr lang="en-US" altLang="ja-JP" dirty="0"/>
          </a:p>
          <a:p>
            <a:pPr algn="ctr"/>
            <a:r>
              <a:rPr lang="ja-JP" altLang="en-US" dirty="0"/>
              <a:t>残機数３</a:t>
            </a:r>
            <a:endParaRPr lang="en-US" altLang="ja-JP" dirty="0"/>
          </a:p>
          <a:p>
            <a:pPr algn="ctr"/>
            <a:r>
              <a:rPr lang="en-US" altLang="ja-JP" dirty="0"/>
              <a:t>Push to[D]</a:t>
            </a:r>
          </a:p>
        </p:txBody>
      </p:sp>
      <p:sp>
        <p:nvSpPr>
          <p:cNvPr id="4" name="テキスト ボックス 3">
            <a:extLst>
              <a:ext uri="{FF2B5EF4-FFF2-40B4-BE49-F238E27FC236}">
                <a16:creationId xmlns:a16="http://schemas.microsoft.com/office/drawing/2014/main" id="{3B0F3EE2-C678-4286-815A-4AE2B0589A1C}"/>
              </a:ext>
            </a:extLst>
          </p:cNvPr>
          <p:cNvSpPr txBox="1"/>
          <p:nvPr/>
        </p:nvSpPr>
        <p:spPr>
          <a:xfrm>
            <a:off x="3374663" y="1932420"/>
            <a:ext cx="5898416" cy="369332"/>
          </a:xfrm>
          <a:prstGeom prst="rect">
            <a:avLst/>
          </a:prstGeom>
          <a:noFill/>
        </p:spPr>
        <p:txBody>
          <a:bodyPr wrap="square" rtlCol="0">
            <a:spAutoFit/>
          </a:bodyPr>
          <a:lstStyle/>
          <a:p>
            <a:r>
              <a:rPr kumimoji="1" lang="ja-JP" altLang="en-US" dirty="0"/>
              <a:t>挑戦したいステージのキーを押して下さい</a:t>
            </a:r>
          </a:p>
        </p:txBody>
      </p:sp>
      <p:sp>
        <p:nvSpPr>
          <p:cNvPr id="5" name="テキスト ボックス 4">
            <a:extLst>
              <a:ext uri="{FF2B5EF4-FFF2-40B4-BE49-F238E27FC236}">
                <a16:creationId xmlns:a16="http://schemas.microsoft.com/office/drawing/2014/main" id="{FD9E2DC2-E30A-442C-98B1-D807CAEC464F}"/>
              </a:ext>
            </a:extLst>
          </p:cNvPr>
          <p:cNvSpPr txBox="1"/>
          <p:nvPr/>
        </p:nvSpPr>
        <p:spPr>
          <a:xfrm>
            <a:off x="4299857" y="5663155"/>
            <a:ext cx="4136571" cy="369332"/>
          </a:xfrm>
          <a:prstGeom prst="rect">
            <a:avLst/>
          </a:prstGeom>
          <a:noFill/>
        </p:spPr>
        <p:txBody>
          <a:bodyPr wrap="square" rtlCol="0">
            <a:spAutoFit/>
          </a:bodyPr>
          <a:lstStyle/>
          <a:p>
            <a:r>
              <a:rPr kumimoji="1" lang="ja-JP" altLang="en-US" dirty="0"/>
              <a:t>タイトルへ戻る </a:t>
            </a:r>
            <a:r>
              <a:rPr kumimoji="1" lang="en-US" altLang="ja-JP" dirty="0"/>
              <a:t>Push</a:t>
            </a:r>
            <a:r>
              <a:rPr kumimoji="1" lang="ja-JP" altLang="en-US" dirty="0"/>
              <a:t> </a:t>
            </a:r>
            <a:r>
              <a:rPr kumimoji="1" lang="en-US" altLang="ja-JP" dirty="0"/>
              <a:t>to</a:t>
            </a:r>
            <a:r>
              <a:rPr kumimoji="1" lang="ja-JP" altLang="en-US" dirty="0"/>
              <a:t> </a:t>
            </a:r>
            <a:r>
              <a:rPr kumimoji="1" lang="en-US" altLang="ja-JP" dirty="0"/>
              <a:t>[Space]</a:t>
            </a:r>
          </a:p>
        </p:txBody>
      </p:sp>
    </p:spTree>
    <p:extLst>
      <p:ext uri="{BB962C8B-B14F-4D97-AF65-F5344CB8AC3E}">
        <p14:creationId xmlns:p14="http://schemas.microsoft.com/office/powerpoint/2010/main" val="3017737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ABB2F7B5-D6EF-48B2-97CA-E335D221CFEF}"/>
              </a:ext>
            </a:extLst>
          </p:cNvPr>
          <p:cNvSpPr/>
          <p:nvPr/>
        </p:nvSpPr>
        <p:spPr>
          <a:xfrm>
            <a:off x="168349" y="344431"/>
            <a:ext cx="11855302" cy="61691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a:p>
        </p:txBody>
      </p:sp>
      <p:sp>
        <p:nvSpPr>
          <p:cNvPr id="6" name="テキスト ボックス 5">
            <a:extLst>
              <a:ext uri="{FF2B5EF4-FFF2-40B4-BE49-F238E27FC236}">
                <a16:creationId xmlns:a16="http://schemas.microsoft.com/office/drawing/2014/main" id="{B0E87A7B-B8D2-40DD-95E6-832A3192C111}"/>
              </a:ext>
            </a:extLst>
          </p:cNvPr>
          <p:cNvSpPr txBox="1"/>
          <p:nvPr/>
        </p:nvSpPr>
        <p:spPr>
          <a:xfrm>
            <a:off x="3520616" y="1408262"/>
            <a:ext cx="5150769" cy="1107996"/>
          </a:xfrm>
          <a:prstGeom prst="rect">
            <a:avLst/>
          </a:prstGeom>
          <a:noFill/>
        </p:spPr>
        <p:txBody>
          <a:bodyPr wrap="none" rtlCol="0" anchor="ctr" anchorCtr="1">
            <a:spAutoFit/>
          </a:bodyPr>
          <a:lstStyle/>
          <a:p>
            <a:pPr algn="ctr"/>
            <a:r>
              <a:rPr kumimoji="1" lang="en-US" altLang="ja-JP" sz="6600" dirty="0">
                <a:solidFill>
                  <a:srgbClr val="FF0000"/>
                </a:solidFill>
              </a:rPr>
              <a:t>GAME OVER</a:t>
            </a:r>
            <a:endParaRPr kumimoji="1" lang="ja-JP" altLang="en-US" sz="6600" dirty="0">
              <a:solidFill>
                <a:srgbClr val="FF0000"/>
              </a:solidFill>
            </a:endParaRPr>
          </a:p>
        </p:txBody>
      </p:sp>
      <p:sp>
        <p:nvSpPr>
          <p:cNvPr id="7" name="正方形/長方形 6">
            <a:extLst>
              <a:ext uri="{FF2B5EF4-FFF2-40B4-BE49-F238E27FC236}">
                <a16:creationId xmlns:a16="http://schemas.microsoft.com/office/drawing/2014/main" id="{3029CB2A-F854-443A-8335-A77D2C2F5D22}"/>
              </a:ext>
            </a:extLst>
          </p:cNvPr>
          <p:cNvSpPr/>
          <p:nvPr/>
        </p:nvSpPr>
        <p:spPr>
          <a:xfrm>
            <a:off x="5085907" y="410059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lstStyle/>
          <a:p>
            <a:r>
              <a:rPr lang="ja-JP" altLang="en-US" dirty="0"/>
              <a:t>リトライ</a:t>
            </a:r>
            <a:r>
              <a:rPr lang="en-US" altLang="ja-JP" dirty="0"/>
              <a:t>[P]</a:t>
            </a:r>
            <a:r>
              <a:rPr lang="ja-JP" altLang="en-US" dirty="0"/>
              <a:t>　　　</a:t>
            </a:r>
            <a:endParaRPr lang="en-US" altLang="ja-JP" dirty="0"/>
          </a:p>
        </p:txBody>
      </p:sp>
      <p:sp>
        <p:nvSpPr>
          <p:cNvPr id="8" name="正方形/長方形 7">
            <a:extLst>
              <a:ext uri="{FF2B5EF4-FFF2-40B4-BE49-F238E27FC236}">
                <a16:creationId xmlns:a16="http://schemas.microsoft.com/office/drawing/2014/main" id="{C7BA5759-2FA9-4955-8A13-9E1526F8C6B0}"/>
              </a:ext>
            </a:extLst>
          </p:cNvPr>
          <p:cNvSpPr/>
          <p:nvPr/>
        </p:nvSpPr>
        <p:spPr>
          <a:xfrm>
            <a:off x="5085907" y="482632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lstStyle/>
          <a:p>
            <a:r>
              <a:rPr lang="ja-JP" altLang="en-US" dirty="0"/>
              <a:t>タイトルへ</a:t>
            </a:r>
            <a:r>
              <a:rPr lang="en-US" altLang="ja-JP" dirty="0"/>
              <a:t>[T]</a:t>
            </a:r>
          </a:p>
        </p:txBody>
      </p:sp>
      <p:sp>
        <p:nvSpPr>
          <p:cNvPr id="10" name="テキスト ボックス 9">
            <a:extLst>
              <a:ext uri="{FF2B5EF4-FFF2-40B4-BE49-F238E27FC236}">
                <a16:creationId xmlns:a16="http://schemas.microsoft.com/office/drawing/2014/main" id="{E4533154-2AF6-4872-BFCB-EA9D8A4555FA}"/>
              </a:ext>
            </a:extLst>
          </p:cNvPr>
          <p:cNvSpPr txBox="1"/>
          <p:nvPr/>
        </p:nvSpPr>
        <p:spPr>
          <a:xfrm>
            <a:off x="3002846" y="2296183"/>
            <a:ext cx="6186309" cy="369332"/>
          </a:xfrm>
          <a:prstGeom prst="rect">
            <a:avLst/>
          </a:prstGeom>
          <a:noFill/>
        </p:spPr>
        <p:txBody>
          <a:bodyPr wrap="none" rtlCol="0" anchor="ctr" anchorCtr="1">
            <a:spAutoFit/>
          </a:bodyPr>
          <a:lstStyle/>
          <a:p>
            <a:pPr algn="ctr"/>
            <a:r>
              <a:rPr kumimoji="1" lang="ja-JP" altLang="en-US" dirty="0"/>
              <a:t>一言メッセージ：５回毎にランダムで画面に表示される。</a:t>
            </a:r>
            <a:endParaRPr lang="en-US" altLang="ja-JP" dirty="0"/>
          </a:p>
        </p:txBody>
      </p:sp>
      <p:sp>
        <p:nvSpPr>
          <p:cNvPr id="12" name="正方形/長方形 11">
            <a:extLst>
              <a:ext uri="{FF2B5EF4-FFF2-40B4-BE49-F238E27FC236}">
                <a16:creationId xmlns:a16="http://schemas.microsoft.com/office/drawing/2014/main" id="{1B3679D6-EEE3-4C05-B5E8-05F7E990C7C0}"/>
              </a:ext>
            </a:extLst>
          </p:cNvPr>
          <p:cNvSpPr/>
          <p:nvPr/>
        </p:nvSpPr>
        <p:spPr>
          <a:xfrm>
            <a:off x="837209" y="1466013"/>
            <a:ext cx="2400342" cy="392597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2" name="テキスト ボックス 1">
            <a:extLst>
              <a:ext uri="{FF2B5EF4-FFF2-40B4-BE49-F238E27FC236}">
                <a16:creationId xmlns:a16="http://schemas.microsoft.com/office/drawing/2014/main" id="{73E576CB-9B24-4DD1-B27F-A0305C335E4A}"/>
              </a:ext>
            </a:extLst>
          </p:cNvPr>
          <p:cNvSpPr txBox="1"/>
          <p:nvPr/>
        </p:nvSpPr>
        <p:spPr>
          <a:xfrm>
            <a:off x="331441" y="437604"/>
            <a:ext cx="11529118" cy="523220"/>
          </a:xfrm>
          <a:prstGeom prst="rect">
            <a:avLst/>
          </a:prstGeom>
          <a:noFill/>
        </p:spPr>
        <p:txBody>
          <a:bodyPr wrap="none" rtlCol="0">
            <a:spAutoFit/>
          </a:bodyPr>
          <a:lstStyle/>
          <a:p>
            <a:r>
              <a:rPr kumimoji="1" lang="en-US" altLang="ja-JP" sz="1400" dirty="0"/>
              <a:t>GAME OVER</a:t>
            </a:r>
            <a:r>
              <a:rPr kumimoji="1" lang="ja-JP" altLang="en-US" sz="1400" dirty="0"/>
              <a:t>画面について　死亡演出が入り、残機が０になったら遷移の仕方は</a:t>
            </a:r>
            <a:r>
              <a:rPr lang="ja-JP" altLang="en-US" sz="1400" dirty="0"/>
              <a:t>ゆっくりとフェードアウトしていく。</a:t>
            </a:r>
            <a:endParaRPr lang="en-US" altLang="ja-JP" sz="1400" dirty="0"/>
          </a:p>
          <a:p>
            <a:r>
              <a:rPr kumimoji="1" lang="en-US" altLang="ja-JP" sz="1400" dirty="0"/>
              <a:t>GAME OVER</a:t>
            </a:r>
            <a:r>
              <a:rPr kumimoji="1" lang="ja-JP" altLang="en-US" sz="1400" dirty="0"/>
              <a:t>の文字が　ズーム、グローとターン、バウンド、下からスライドインの４つをランダムで表示。それっぽい</a:t>
            </a:r>
            <a:r>
              <a:rPr kumimoji="1" lang="en-US" altLang="ja-JP" sz="1400" dirty="0"/>
              <a:t>BGM</a:t>
            </a:r>
            <a:r>
              <a:rPr lang="ja-JP" altLang="en-US" sz="1400" dirty="0"/>
              <a:t>を流しながら。</a:t>
            </a:r>
            <a:endParaRPr kumimoji="1" lang="en-US" altLang="ja-JP" sz="1400" dirty="0"/>
          </a:p>
        </p:txBody>
      </p:sp>
    </p:spTree>
    <p:extLst>
      <p:ext uri="{BB962C8B-B14F-4D97-AF65-F5344CB8AC3E}">
        <p14:creationId xmlns:p14="http://schemas.microsoft.com/office/powerpoint/2010/main" val="363185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kumimoji="1" lang="ja-JP" altLang="en-US" dirty="0"/>
              <a:t>リザルト画面について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20549" y="301960"/>
            <a:ext cx="10838794" cy="1200329"/>
          </a:xfrm>
          <a:prstGeom prst="rect">
            <a:avLst/>
          </a:prstGeom>
          <a:noFill/>
        </p:spPr>
        <p:txBody>
          <a:bodyPr wrap="square" rtlCol="0">
            <a:spAutoFit/>
          </a:bodyPr>
          <a:lstStyle/>
          <a:p>
            <a:r>
              <a:rPr kumimoji="1" lang="ja-JP" altLang="en-US" dirty="0"/>
              <a:t>ゴール後</a:t>
            </a:r>
            <a:r>
              <a:rPr lang="ja-JP" altLang="en-US" dirty="0"/>
              <a:t>の</a:t>
            </a:r>
            <a:r>
              <a:rPr kumimoji="1" lang="ja-JP" altLang="en-US" dirty="0"/>
              <a:t>クリア演出後２秒経過後に遷移するリザルト画面では、ランク・それに応じた一言メッセージ・クリアタイムを表示したい。　</a:t>
            </a:r>
            <a:r>
              <a:rPr kumimoji="1" lang="en-US" altLang="ja-JP" dirty="0"/>
              <a:t>BGM</a:t>
            </a:r>
            <a:r>
              <a:rPr kumimoji="1" lang="ja-JP" altLang="en-US" dirty="0"/>
              <a:t>はファンファーレ。</a:t>
            </a:r>
            <a:endParaRPr kumimoji="1" lang="en-US" altLang="ja-JP" dirty="0"/>
          </a:p>
          <a:p>
            <a:r>
              <a:rPr lang="en-US" altLang="ja-JP" dirty="0"/>
              <a:t>GAME OVER</a:t>
            </a:r>
            <a:r>
              <a:rPr lang="ja-JP" altLang="en-US" dirty="0"/>
              <a:t>画面と同じく</a:t>
            </a:r>
            <a:r>
              <a:rPr lang="ja-JP" altLang="en-US"/>
              <a:t>、文字アニメーション</a:t>
            </a:r>
            <a:r>
              <a:rPr lang="ja-JP" altLang="en-US" dirty="0"/>
              <a:t>をランダムで表示したい。（バリエーションも同）</a:t>
            </a:r>
            <a:endParaRPr lang="en-US" altLang="ja-JP" dirty="0"/>
          </a:p>
          <a:p>
            <a:endParaRPr lang="en-US" altLang="ja-JP"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571132" y="1682297"/>
            <a:ext cx="9522372" cy="1323439"/>
          </a:xfrm>
          <a:prstGeom prst="rect">
            <a:avLst/>
          </a:prstGeom>
          <a:noFill/>
        </p:spPr>
        <p:txBody>
          <a:bodyPr wrap="square" rtlCol="0">
            <a:spAutoFit/>
          </a:bodyPr>
          <a:lstStyle/>
          <a:p>
            <a:r>
              <a:rPr kumimoji="1" lang="en-US" altLang="ja-JP" sz="4800" dirty="0">
                <a:solidFill>
                  <a:schemeClr val="accent4"/>
                </a:solidFill>
                <a:latin typeface="HG創英角ｺﾞｼｯｸUB" panose="020B0909000000000000" pitchFamily="49" charset="-128"/>
                <a:ea typeface="HG創英角ｺﾞｼｯｸUB" panose="020B0909000000000000" pitchFamily="49" charset="-128"/>
              </a:rPr>
              <a:t>GAME</a:t>
            </a:r>
            <a:r>
              <a:rPr lang="ja-JP" altLang="en-US" sz="4800" dirty="0">
                <a:solidFill>
                  <a:schemeClr val="accent4"/>
                </a:solidFill>
                <a:latin typeface="HG創英角ｺﾞｼｯｸUB" panose="020B0909000000000000" pitchFamily="49" charset="-128"/>
                <a:ea typeface="HG創英角ｺﾞｼｯｸUB" panose="020B0909000000000000" pitchFamily="49" charset="-128"/>
              </a:rPr>
              <a:t> </a:t>
            </a:r>
            <a:r>
              <a:rPr lang="en-US" altLang="ja-JP" sz="4800" dirty="0">
                <a:solidFill>
                  <a:schemeClr val="accent4"/>
                </a:solidFill>
                <a:latin typeface="HG創英角ｺﾞｼｯｸUB" panose="020B0909000000000000" pitchFamily="49" charset="-128"/>
                <a:ea typeface="HG創英角ｺﾞｼｯｸUB" panose="020B0909000000000000" pitchFamily="49" charset="-128"/>
              </a:rPr>
              <a:t>CLEAR</a:t>
            </a:r>
          </a:p>
          <a:p>
            <a:r>
              <a:rPr kumimoji="1" lang="en-US" altLang="ja-JP" sz="3200" dirty="0">
                <a:solidFill>
                  <a:schemeClr val="accent4"/>
                </a:solidFill>
                <a:latin typeface="HG創英角ｺﾞｼｯｸUB" panose="020B0909000000000000" pitchFamily="49" charset="-128"/>
                <a:ea typeface="HG創英角ｺﾞｼｯｸUB" panose="020B0909000000000000" pitchFamily="49" charset="-128"/>
              </a:rPr>
              <a:t>Thank you for Playing</a:t>
            </a:r>
            <a:endParaRPr kumimoji="1" lang="ja-JP" altLang="en-US" sz="3200" dirty="0">
              <a:solidFill>
                <a:schemeClr val="accent4"/>
              </a:solidFill>
              <a:latin typeface="HG創英角ｺﾞｼｯｸUB" panose="020B0909000000000000" pitchFamily="49" charset="-128"/>
              <a:ea typeface="HG創英角ｺﾞｼｯｸUB" panose="020B0909000000000000" pitchFamily="49"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2874322" y="2929578"/>
            <a:ext cx="4924927" cy="1754326"/>
          </a:xfrm>
          <a:prstGeom prst="rect">
            <a:avLst/>
          </a:prstGeom>
          <a:noFill/>
        </p:spPr>
        <p:txBody>
          <a:bodyPr wrap="square" rtlCol="0">
            <a:spAutoFit/>
          </a:bodyPr>
          <a:lstStyle/>
          <a:p>
            <a:pPr algn="ctr"/>
            <a:r>
              <a:rPr kumimoji="1" lang="ja-JP" altLang="en-US" dirty="0"/>
              <a:t>ランク表示</a:t>
            </a:r>
            <a:endParaRPr lang="en-US" altLang="ja-JP" dirty="0"/>
          </a:p>
          <a:p>
            <a:pPr algn="ctr"/>
            <a:endParaRPr lang="en-US" altLang="ja-JP" dirty="0"/>
          </a:p>
          <a:p>
            <a:pPr algn="ctr"/>
            <a:r>
              <a:rPr kumimoji="1" lang="ja-JP" altLang="en-US" dirty="0"/>
              <a:t>クリアタイム</a:t>
            </a:r>
            <a:endParaRPr kumimoji="1" lang="en-US" altLang="ja-JP" dirty="0"/>
          </a:p>
          <a:p>
            <a:pPr algn="ctr"/>
            <a:endParaRPr kumimoji="1" lang="en-US" altLang="ja-JP" dirty="0"/>
          </a:p>
          <a:p>
            <a:pPr algn="ctr"/>
            <a:r>
              <a:rPr kumimoji="1" lang="ja-JP" altLang="en-US" dirty="0"/>
              <a:t>一言メッセージ</a:t>
            </a:r>
            <a:endParaRPr kumimoji="1" lang="en-US" altLang="ja-JP" dirty="0"/>
          </a:p>
          <a:p>
            <a:endParaRPr kumimoji="1" lang="en-US" altLang="ja-JP" dirty="0"/>
          </a:p>
        </p:txBody>
      </p:sp>
      <p:sp>
        <p:nvSpPr>
          <p:cNvPr id="9" name="正方形/長方形 8">
            <a:extLst>
              <a:ext uri="{FF2B5EF4-FFF2-40B4-BE49-F238E27FC236}">
                <a16:creationId xmlns:a16="http://schemas.microsoft.com/office/drawing/2014/main" id="{43B411C7-6655-4814-A951-BFFFE030C03A}"/>
              </a:ext>
            </a:extLst>
          </p:cNvPr>
          <p:cNvSpPr/>
          <p:nvPr/>
        </p:nvSpPr>
        <p:spPr>
          <a:xfrm>
            <a:off x="1304724" y="1932836"/>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12" name="正方形/長方形 11">
            <a:extLst>
              <a:ext uri="{FF2B5EF4-FFF2-40B4-BE49-F238E27FC236}">
                <a16:creationId xmlns:a16="http://schemas.microsoft.com/office/drawing/2014/main" id="{E18D3F98-1645-4DB6-9B89-FA8F2B0A0D06}"/>
              </a:ext>
            </a:extLst>
          </p:cNvPr>
          <p:cNvSpPr/>
          <p:nvPr/>
        </p:nvSpPr>
        <p:spPr>
          <a:xfrm>
            <a:off x="8047295" y="1932836"/>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4" name="テキスト ボックス 3">
            <a:extLst>
              <a:ext uri="{FF2B5EF4-FFF2-40B4-BE49-F238E27FC236}">
                <a16:creationId xmlns:a16="http://schemas.microsoft.com/office/drawing/2014/main" id="{6B452BED-757E-4C22-9487-075E73ABEA17}"/>
              </a:ext>
            </a:extLst>
          </p:cNvPr>
          <p:cNvSpPr txBox="1"/>
          <p:nvPr/>
        </p:nvSpPr>
        <p:spPr>
          <a:xfrm>
            <a:off x="1338577" y="5707997"/>
            <a:ext cx="6460672" cy="1107996"/>
          </a:xfrm>
          <a:prstGeom prst="rect">
            <a:avLst/>
          </a:prstGeom>
          <a:noFill/>
        </p:spPr>
        <p:txBody>
          <a:bodyPr wrap="square" rtlCol="0">
            <a:spAutoFit/>
          </a:bodyPr>
          <a:lstStyle/>
          <a:p>
            <a:r>
              <a:rPr kumimoji="1" lang="ja-JP" altLang="en-US" sz="1100" dirty="0"/>
              <a:t>ランク別文字の色</a:t>
            </a:r>
            <a:endParaRPr kumimoji="1" lang="en-US" altLang="ja-JP" sz="1100" dirty="0"/>
          </a:p>
          <a:p>
            <a:r>
              <a:rPr lang="en-US" altLang="ja-JP" sz="1100" dirty="0"/>
              <a:t>S</a:t>
            </a:r>
            <a:r>
              <a:rPr lang="ja-JP" altLang="en-US" sz="1100" dirty="0"/>
              <a:t>　金</a:t>
            </a:r>
            <a:endParaRPr lang="en-US" altLang="ja-JP" sz="1100" dirty="0"/>
          </a:p>
          <a:p>
            <a:r>
              <a:rPr kumimoji="1" lang="en-US" altLang="ja-JP" sz="1100" dirty="0"/>
              <a:t>A</a:t>
            </a:r>
            <a:r>
              <a:rPr kumimoji="1" lang="ja-JP" altLang="en-US" sz="1100" dirty="0"/>
              <a:t>　銀</a:t>
            </a:r>
            <a:endParaRPr kumimoji="1" lang="en-US" altLang="ja-JP" sz="1100" dirty="0"/>
          </a:p>
          <a:p>
            <a:r>
              <a:rPr lang="en-US" altLang="ja-JP" sz="1100" dirty="0"/>
              <a:t>B</a:t>
            </a:r>
            <a:r>
              <a:rPr lang="ja-JP" altLang="en-US" sz="1100" dirty="0"/>
              <a:t>　赤</a:t>
            </a:r>
            <a:endParaRPr lang="en-US" altLang="ja-JP" sz="1100" dirty="0"/>
          </a:p>
          <a:p>
            <a:r>
              <a:rPr kumimoji="1" lang="en-US" altLang="ja-JP" sz="1100" dirty="0"/>
              <a:t>C</a:t>
            </a:r>
            <a:r>
              <a:rPr kumimoji="1" lang="ja-JP" altLang="en-US" sz="1100" dirty="0"/>
              <a:t>　青</a:t>
            </a:r>
            <a:endParaRPr kumimoji="1" lang="en-US" altLang="ja-JP" sz="1100" dirty="0"/>
          </a:p>
          <a:p>
            <a:r>
              <a:rPr lang="en-US" altLang="ja-JP" sz="1100" dirty="0"/>
              <a:t>D</a:t>
            </a:r>
            <a:r>
              <a:rPr lang="ja-JP" altLang="en-US" sz="1100" dirty="0"/>
              <a:t>　茶</a:t>
            </a:r>
            <a:endParaRPr kumimoji="1" lang="ja-JP" altLang="en-US" sz="1100" dirty="0"/>
          </a:p>
        </p:txBody>
      </p:sp>
      <p:sp>
        <p:nvSpPr>
          <p:cNvPr id="10" name="テキスト ボックス 9">
            <a:extLst>
              <a:ext uri="{FF2B5EF4-FFF2-40B4-BE49-F238E27FC236}">
                <a16:creationId xmlns:a16="http://schemas.microsoft.com/office/drawing/2014/main" id="{81EC403D-CC6D-4C6A-89C6-F3002C5C205D}"/>
              </a:ext>
            </a:extLst>
          </p:cNvPr>
          <p:cNvSpPr txBox="1"/>
          <p:nvPr/>
        </p:nvSpPr>
        <p:spPr>
          <a:xfrm>
            <a:off x="3454366" y="4583827"/>
            <a:ext cx="5236031" cy="923330"/>
          </a:xfrm>
          <a:prstGeom prst="rect">
            <a:avLst/>
          </a:prstGeom>
          <a:noFill/>
        </p:spPr>
        <p:txBody>
          <a:bodyPr wrap="square" rtlCol="0">
            <a:spAutoFit/>
          </a:bodyPr>
          <a:lstStyle/>
          <a:p>
            <a:r>
              <a:rPr lang="en-US" altLang="ja-JP" dirty="0"/>
              <a:t>[</a:t>
            </a:r>
            <a:r>
              <a:rPr lang="ja-JP" altLang="en-US" dirty="0"/>
              <a:t>タイトルに戻る</a:t>
            </a:r>
            <a:r>
              <a:rPr lang="en-US" altLang="ja-JP" dirty="0"/>
              <a:t>]</a:t>
            </a:r>
            <a:r>
              <a:rPr lang="ja-JP" altLang="en-US" dirty="0"/>
              <a:t>　</a:t>
            </a:r>
            <a:r>
              <a:rPr lang="en-US" altLang="ja-JP" dirty="0"/>
              <a:t>T</a:t>
            </a:r>
            <a:r>
              <a:rPr lang="ja-JP" altLang="en-US" dirty="0"/>
              <a:t>キーを押してください</a:t>
            </a:r>
            <a:endParaRPr lang="en-US" altLang="ja-JP" dirty="0"/>
          </a:p>
          <a:p>
            <a:endParaRPr lang="en-US" altLang="ja-JP" dirty="0"/>
          </a:p>
          <a:p>
            <a:endParaRPr lang="en-US" altLang="ja-JP" dirty="0"/>
          </a:p>
        </p:txBody>
      </p:sp>
    </p:spTree>
    <p:extLst>
      <p:ext uri="{BB962C8B-B14F-4D97-AF65-F5344CB8AC3E}">
        <p14:creationId xmlns:p14="http://schemas.microsoft.com/office/powerpoint/2010/main" val="2765558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3072B2D-E7EF-426B-BE72-F8B2A7E834F1}"/>
              </a:ext>
            </a:extLst>
          </p:cNvPr>
          <p:cNvSpPr txBox="1"/>
          <p:nvPr/>
        </p:nvSpPr>
        <p:spPr>
          <a:xfrm>
            <a:off x="410008" y="43458"/>
            <a:ext cx="4852610" cy="6771084"/>
          </a:xfrm>
          <a:prstGeom prst="rect">
            <a:avLst/>
          </a:prstGeom>
          <a:noFill/>
        </p:spPr>
        <p:txBody>
          <a:bodyPr wrap="none" rtlCol="0">
            <a:spAutoFit/>
          </a:bodyPr>
          <a:lstStyle/>
          <a:p>
            <a:r>
              <a:rPr kumimoji="1" lang="ja-JP" altLang="en-US" sz="1400" dirty="0">
                <a:latin typeface="HGS創英角ｺﾞｼｯｸUB" panose="020B0900000000000000" pitchFamily="50" charset="-128"/>
                <a:ea typeface="HGS創英角ｺﾞｼｯｸUB" panose="020B0900000000000000" pitchFamily="50" charset="-128"/>
              </a:rPr>
              <a:t>ランク別一言メッセージ案</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各ランク</a:t>
            </a:r>
            <a:r>
              <a:rPr kumimoji="1" lang="en-US" altLang="ja-JP" sz="1400" dirty="0">
                <a:latin typeface="HGS創英角ｺﾞｼｯｸUB" panose="020B0900000000000000" pitchFamily="50" charset="-128"/>
                <a:ea typeface="HGS創英角ｺﾞｼｯｸUB" panose="020B0900000000000000" pitchFamily="50" charset="-128"/>
              </a:rPr>
              <a:t>4</a:t>
            </a:r>
            <a:r>
              <a:rPr kumimoji="1" lang="ja-JP" altLang="en-US" sz="1400" dirty="0">
                <a:latin typeface="HGS創英角ｺﾞｼｯｸUB" panose="020B0900000000000000" pitchFamily="50" charset="-128"/>
                <a:ea typeface="HGS創英角ｺﾞｼｯｸUB" panose="020B0900000000000000" pitchFamily="50" charset="-128"/>
              </a:rPr>
              <a:t>つずつ</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簡単コースと難しいコースでメッセージ内容分ける。</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solidFill>
                  <a:srgbClr val="92D050"/>
                </a:solidFill>
                <a:latin typeface="HGS創英角ｺﾞｼｯｸUB" panose="020B0900000000000000" pitchFamily="50" charset="-128"/>
                <a:ea typeface="HGS創英角ｺﾞｼｯｸUB" panose="020B0900000000000000" pitchFamily="50" charset="-128"/>
              </a:rPr>
              <a:t>簡単コース</a:t>
            </a:r>
            <a:endParaRPr kumimoji="1" lang="en-US" altLang="ja-JP" sz="1400" dirty="0">
              <a:solidFill>
                <a:srgbClr val="92D050"/>
              </a:solidFill>
              <a:latin typeface="HGS創英角ｺﾞｼｯｸUB" panose="020B0900000000000000" pitchFamily="50" charset="-128"/>
              <a:ea typeface="HGS創英角ｺﾞｼｯｸUB" panose="020B0900000000000000" pitchFamily="50" charset="-128"/>
            </a:endParaRPr>
          </a:p>
          <a:p>
            <a:r>
              <a:rPr kumimoji="1" lang="en-US" altLang="ja-JP" sz="1400" dirty="0">
                <a:latin typeface="HGS創英角ｺﾞｼｯｸUB" panose="020B0900000000000000" pitchFamily="50" charset="-128"/>
                <a:ea typeface="HGS創英角ｺﾞｼｯｸUB" panose="020B0900000000000000" pitchFamily="50" charset="-128"/>
              </a:rPr>
              <a:t>S</a:t>
            </a:r>
            <a:r>
              <a:rPr kumimoji="1" lang="ja-JP" altLang="en-US" sz="1400" dirty="0">
                <a:latin typeface="HGS創英角ｺﾞｼｯｸUB" panose="020B0900000000000000" pitchFamily="50" charset="-128"/>
                <a:ea typeface="HGS創英角ｺﾞｼｯｸUB" panose="020B0900000000000000" pitchFamily="50" charset="-128"/>
              </a:rPr>
              <a:t>ランク　</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・無理とか言ってすみませんでした</a:t>
            </a:r>
            <a:r>
              <a:rPr kumimoji="1" lang="en-US" altLang="ja-JP" sz="1400" dirty="0">
                <a:latin typeface="HGS創英角ｺﾞｼｯｸUB" panose="020B0900000000000000" pitchFamily="50" charset="-128"/>
                <a:ea typeface="HGS創英角ｺﾞｼｯｸUB" panose="020B0900000000000000" pitchFamily="50" charset="-128"/>
              </a:rPr>
              <a:t>…</a:t>
            </a:r>
            <a:r>
              <a:rPr kumimoji="1" lang="ja-JP" altLang="en-US" sz="1400" dirty="0">
                <a:latin typeface="HGS創英角ｺﾞｼｯｸUB" panose="020B0900000000000000" pitchFamily="50" charset="-128"/>
                <a:ea typeface="HGS創英角ｺﾞｼｯｸUB" panose="020B0900000000000000" pitchFamily="50" charset="-128"/>
              </a:rPr>
              <a:t>あなたは天才です。</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・エラー。作者の想定を超えました。</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・悔しいですが完敗です</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・あなたがナンバー</a:t>
            </a:r>
            <a:r>
              <a:rPr lang="en-US" altLang="ja-JP" sz="1400" dirty="0">
                <a:latin typeface="HGS創英角ｺﾞｼｯｸUB" panose="020B0900000000000000" pitchFamily="50" charset="-128"/>
                <a:ea typeface="HGS創英角ｺﾞｼｯｸUB" panose="020B0900000000000000" pitchFamily="50" charset="-128"/>
              </a:rPr>
              <a:t>1</a:t>
            </a:r>
            <a:r>
              <a:rPr lang="ja-JP" altLang="en-US" sz="1400" dirty="0">
                <a:latin typeface="HGS創英角ｺﾞｼｯｸUB" panose="020B0900000000000000" pitchFamily="50" charset="-128"/>
                <a:ea typeface="HGS創英角ｺﾞｼｯｸUB" panose="020B0900000000000000" pitchFamily="50" charset="-128"/>
              </a:rPr>
              <a:t>だ</a:t>
            </a:r>
            <a:r>
              <a:rPr kumimoji="1" lang="ja-JP" altLang="en-US" sz="1400" dirty="0">
                <a:latin typeface="HGS創英角ｺﾞｼｯｸUB" panose="020B0900000000000000" pitchFamily="50" charset="-128"/>
                <a:ea typeface="HGS創英角ｺﾞｼｯｸUB" panose="020B0900000000000000" pitchFamily="50" charset="-128"/>
              </a:rPr>
              <a:t>　　　</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en-US" altLang="ja-JP" sz="1400" dirty="0">
                <a:latin typeface="HGS創英角ｺﾞｼｯｸUB" panose="020B0900000000000000" pitchFamily="50" charset="-128"/>
                <a:ea typeface="HGS創英角ｺﾞｼｯｸUB" panose="020B0900000000000000" pitchFamily="50" charset="-128"/>
              </a:rPr>
              <a:t>A</a:t>
            </a:r>
            <a:r>
              <a:rPr lang="ja-JP" altLang="en-US" sz="1400" dirty="0">
                <a:latin typeface="HGS創英角ｺﾞｼｯｸUB" panose="020B0900000000000000" pitchFamily="50" charset="-128"/>
                <a:ea typeface="HGS創英角ｺﾞｼｯｸUB" panose="020B0900000000000000" pitchFamily="50" charset="-128"/>
              </a:rPr>
              <a:t>ランク</a:t>
            </a:r>
            <a:endParaRPr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　やりますねぇ！　</a:t>
            </a:r>
            <a:r>
              <a:rPr lang="en-US" altLang="ja-JP" sz="1400" dirty="0">
                <a:latin typeface="HGS創英角ｺﾞｼｯｸUB" panose="020B0900000000000000" pitchFamily="50" charset="-128"/>
                <a:ea typeface="HGS創英角ｺﾞｼｯｸUB" panose="020B0900000000000000" pitchFamily="50" charset="-128"/>
              </a:rPr>
              <a:t>S</a:t>
            </a:r>
            <a:r>
              <a:rPr lang="ja-JP" altLang="en-US" sz="1400" dirty="0">
                <a:latin typeface="HGS創英角ｺﾞｼｯｸUB" panose="020B0900000000000000" pitchFamily="50" charset="-128"/>
                <a:ea typeface="HGS創英角ｺﾞｼｯｸUB" panose="020B0900000000000000" pitchFamily="50" charset="-128"/>
              </a:rPr>
              <a:t>ランクまでもう少し！</a:t>
            </a:r>
            <a:endParaRPr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・誇れ。お前は凄い。</a:t>
            </a:r>
            <a:endParaRPr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・ここまで来たなら、行ける</a:t>
            </a:r>
            <a:endParaRPr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・ほぼ完壁。あと一歩で</a:t>
            </a:r>
            <a:r>
              <a:rPr lang="en-US" altLang="ja-JP" sz="1400" dirty="0">
                <a:latin typeface="HGS創英角ｺﾞｼｯｸUB" panose="020B0900000000000000" pitchFamily="50" charset="-128"/>
                <a:ea typeface="HGS創英角ｺﾞｼｯｸUB" panose="020B0900000000000000" pitchFamily="50" charset="-128"/>
              </a:rPr>
              <a:t>S</a:t>
            </a:r>
            <a:r>
              <a:rPr lang="ja-JP" altLang="en-US" sz="1400" dirty="0">
                <a:latin typeface="HGS創英角ｺﾞｼｯｸUB" panose="020B0900000000000000" pitchFamily="50" charset="-128"/>
                <a:ea typeface="HGS創英角ｺﾞｼｯｸUB" panose="020B0900000000000000" pitchFamily="50" charset="-128"/>
              </a:rPr>
              <a:t>ランク</a:t>
            </a:r>
            <a:br>
              <a:rPr lang="en-US" altLang="ja-JP" sz="1400" dirty="0">
                <a:latin typeface="HGS創英角ｺﾞｼｯｸUB" panose="020B0900000000000000" pitchFamily="50" charset="-128"/>
                <a:ea typeface="HGS創英角ｺﾞｼｯｸUB" panose="020B0900000000000000" pitchFamily="50" charset="-128"/>
              </a:rPr>
            </a:br>
            <a:r>
              <a:rPr lang="ja-JP" altLang="en-US" sz="1400" dirty="0">
                <a:latin typeface="HGS創英角ｺﾞｼｯｸUB" panose="020B0900000000000000" pitchFamily="50" charset="-128"/>
                <a:ea typeface="HGS創英角ｺﾞｼｯｸUB" panose="020B0900000000000000" pitchFamily="50" charset="-128"/>
              </a:rPr>
              <a:t>・判断は正しい。あとは速度だけ。</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en-US" altLang="ja-JP" sz="1400" dirty="0">
                <a:latin typeface="HGS創英角ｺﾞｼｯｸUB" panose="020B0900000000000000" pitchFamily="50" charset="-128"/>
                <a:ea typeface="HGS創英角ｺﾞｼｯｸUB" panose="020B0900000000000000" pitchFamily="50" charset="-128"/>
              </a:rPr>
              <a:t>B</a:t>
            </a:r>
            <a:r>
              <a:rPr kumimoji="1" lang="ja-JP" altLang="en-US" sz="1400" dirty="0">
                <a:latin typeface="HGS創英角ｺﾞｼｯｸUB" panose="020B0900000000000000" pitchFamily="50" charset="-128"/>
                <a:ea typeface="HGS創英角ｺﾞｼｯｸUB" panose="020B0900000000000000" pitchFamily="50" charset="-128"/>
              </a:rPr>
              <a:t>ランク　</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a:t>
            </a:r>
            <a:r>
              <a:rPr kumimoji="1" lang="ja-JP" altLang="en-US" sz="1400" dirty="0">
                <a:latin typeface="HGS創英角ｺﾞｼｯｸUB" panose="020B0900000000000000" pitchFamily="50" charset="-128"/>
                <a:ea typeface="HGS創英角ｺﾞｼｯｸUB" panose="020B0900000000000000" pitchFamily="50" charset="-128"/>
              </a:rPr>
              <a:t>うん、普通。コメントに困る。</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・悪くない。だが、速くもない。</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・安定クリアおめでとう！！</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a:t>
            </a:r>
            <a:r>
              <a:rPr lang="en-US" altLang="ja-JP" sz="1400" dirty="0">
                <a:latin typeface="HGS創英角ｺﾞｼｯｸUB" panose="020B0900000000000000" pitchFamily="50" charset="-128"/>
                <a:ea typeface="HGS創英角ｺﾞｼｯｸUB" panose="020B0900000000000000" pitchFamily="50" charset="-128"/>
              </a:rPr>
              <a:t>B</a:t>
            </a:r>
            <a:r>
              <a:rPr lang="ja-JP" altLang="en-US" sz="1400" dirty="0">
                <a:latin typeface="HGS創英角ｺﾞｼｯｸUB" panose="020B0900000000000000" pitchFamily="50" charset="-128"/>
                <a:ea typeface="HGS創英角ｺﾞｼｯｸUB" panose="020B0900000000000000" pitchFamily="50" charset="-128"/>
              </a:rPr>
              <a:t>ランクって正直、しゃばくないですか？</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en-US" altLang="ja-JP" sz="1400" dirty="0">
                <a:latin typeface="HGS創英角ｺﾞｼｯｸUB" panose="020B0900000000000000" pitchFamily="50" charset="-128"/>
                <a:ea typeface="HGS創英角ｺﾞｼｯｸUB" panose="020B0900000000000000" pitchFamily="50" charset="-128"/>
              </a:rPr>
              <a:t>C</a:t>
            </a:r>
            <a:r>
              <a:rPr kumimoji="1" lang="ja-JP" altLang="en-US" sz="1400" dirty="0">
                <a:latin typeface="HGS創英角ｺﾞｼｯｸUB" panose="020B0900000000000000" pitchFamily="50" charset="-128"/>
                <a:ea typeface="HGS創英角ｺﾞｼｯｸUB" panose="020B0900000000000000" pitchFamily="50" charset="-128"/>
              </a:rPr>
              <a:t>ランク　</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・もう少し真面目にやろっか</a:t>
            </a:r>
            <a:r>
              <a:rPr kumimoji="1" lang="en-US" altLang="ja-JP" sz="1400" dirty="0">
                <a:latin typeface="HGS創英角ｺﾞｼｯｸUB" panose="020B0900000000000000" pitchFamily="50" charset="-128"/>
                <a:ea typeface="HGS創英角ｺﾞｼｯｸUB" panose="020B0900000000000000" pitchFamily="50" charset="-128"/>
              </a:rPr>
              <a:t>…</a:t>
            </a:r>
          </a:p>
          <a:p>
            <a:r>
              <a:rPr lang="ja-JP" altLang="en-US" sz="1400" dirty="0">
                <a:latin typeface="HGS創英角ｺﾞｼｯｸUB" panose="020B0900000000000000" pitchFamily="50" charset="-128"/>
                <a:ea typeface="HGS創英角ｺﾞｼｯｸUB" panose="020B0900000000000000" pitchFamily="50" charset="-128"/>
              </a:rPr>
              <a:t>・だいぶ苦戦してたね</a:t>
            </a:r>
            <a:r>
              <a:rPr lang="en-US" altLang="ja-JP" sz="1400" dirty="0">
                <a:latin typeface="HGS創英角ｺﾞｼｯｸUB" panose="020B0900000000000000" pitchFamily="50" charset="-128"/>
                <a:ea typeface="HGS創英角ｺﾞｼｯｸUB" panose="020B0900000000000000" pitchFamily="50" charset="-128"/>
              </a:rPr>
              <a:t>w</a:t>
            </a:r>
          </a:p>
          <a:p>
            <a:r>
              <a:rPr lang="ja-JP" altLang="en-US" sz="1400" dirty="0">
                <a:latin typeface="HGS創英角ｺﾞｼｯｸUB" panose="020B0900000000000000" pitchFamily="50" charset="-128"/>
                <a:ea typeface="HGS創英角ｺﾞｼｯｸUB" panose="020B0900000000000000" pitchFamily="50" charset="-128"/>
              </a:rPr>
              <a:t>・最短への道は長い・・・</a:t>
            </a:r>
            <a:endParaRPr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・まずはクリアすることを頑張ろっか</a:t>
            </a:r>
            <a:endParaRPr lang="en-US" altLang="ja-JP" sz="1400" dirty="0">
              <a:latin typeface="HGS創英角ｺﾞｼｯｸUB" panose="020B0900000000000000" pitchFamily="50" charset="-128"/>
              <a:ea typeface="HGS創英角ｺﾞｼｯｸUB" panose="020B0900000000000000" pitchFamily="50" charset="-128"/>
            </a:endParaRPr>
          </a:p>
          <a:p>
            <a:r>
              <a:rPr lang="en-US" altLang="ja-JP" sz="1400" dirty="0">
                <a:latin typeface="HGS創英角ｺﾞｼｯｸUB" panose="020B0900000000000000" pitchFamily="50" charset="-128"/>
                <a:ea typeface="HGS創英角ｺﾞｼｯｸUB" panose="020B0900000000000000" pitchFamily="50" charset="-128"/>
              </a:rPr>
              <a:t>D</a:t>
            </a:r>
            <a:r>
              <a:rPr lang="ja-JP" altLang="en-US" sz="1400" dirty="0">
                <a:latin typeface="HGS創英角ｺﾞｼｯｸUB" panose="020B0900000000000000" pitchFamily="50" charset="-128"/>
                <a:ea typeface="HGS創英角ｺﾞｼｯｸUB" panose="020B0900000000000000" pitchFamily="50" charset="-128"/>
              </a:rPr>
              <a:t>ランク　</a:t>
            </a:r>
            <a:endParaRPr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・出直してきてね♡</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・君が諦めなかったことに感動</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・クリアできてよかったね</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a:t>
            </a:r>
            <a:r>
              <a:rPr lang="en-US" altLang="ja-JP" sz="1400" dirty="0">
                <a:latin typeface="HGS創英角ｺﾞｼｯｸUB" panose="020B0900000000000000" pitchFamily="50" charset="-128"/>
                <a:ea typeface="HGS創英角ｺﾞｼｯｸUB" panose="020B0900000000000000" pitchFamily="50" charset="-128"/>
              </a:rPr>
              <a:t>D</a:t>
            </a:r>
            <a:r>
              <a:rPr lang="ja-JP" altLang="en-US" sz="1400" dirty="0">
                <a:latin typeface="HGS創英角ｺﾞｼｯｸUB" panose="020B0900000000000000" pitchFamily="50" charset="-128"/>
                <a:ea typeface="HGS創英角ｺﾞｼｯｸUB" panose="020B0900000000000000" pitchFamily="50" charset="-128"/>
              </a:rPr>
              <a:t>ランクは厳しいって</a:t>
            </a:r>
            <a:endParaRPr kumimoji="1" lang="en-US" altLang="ja-JP" sz="1400" dirty="0">
              <a:latin typeface="HGS創英角ｺﾞｼｯｸUB" panose="020B0900000000000000" pitchFamily="50" charset="-128"/>
              <a:ea typeface="HGS創英角ｺﾞｼｯｸUB" panose="020B0900000000000000" pitchFamily="50" charset="-128"/>
            </a:endParaRPr>
          </a:p>
        </p:txBody>
      </p:sp>
      <p:sp>
        <p:nvSpPr>
          <p:cNvPr id="3" name="テキスト ボックス 2">
            <a:extLst>
              <a:ext uri="{FF2B5EF4-FFF2-40B4-BE49-F238E27FC236}">
                <a16:creationId xmlns:a16="http://schemas.microsoft.com/office/drawing/2014/main" id="{4849C224-9C46-438F-A237-51314FBDC30B}"/>
              </a:ext>
            </a:extLst>
          </p:cNvPr>
          <p:cNvSpPr txBox="1"/>
          <p:nvPr/>
        </p:nvSpPr>
        <p:spPr>
          <a:xfrm>
            <a:off x="5672626" y="520512"/>
            <a:ext cx="6109365" cy="5816977"/>
          </a:xfrm>
          <a:prstGeom prst="rect">
            <a:avLst/>
          </a:prstGeom>
          <a:noFill/>
        </p:spPr>
        <p:txBody>
          <a:bodyPr wrap="none" rtlCol="0">
            <a:spAutoFit/>
          </a:bodyPr>
          <a:lstStyle/>
          <a:p>
            <a:r>
              <a:rPr kumimoji="1" lang="ja-JP" altLang="en-US" sz="1400" dirty="0">
                <a:solidFill>
                  <a:srgbClr val="FF0000"/>
                </a:solidFill>
                <a:latin typeface="HGS創英角ｺﾞｼｯｸUB" panose="020B0900000000000000" pitchFamily="50" charset="-128"/>
                <a:ea typeface="HGS創英角ｺﾞｼｯｸUB" panose="020B0900000000000000" pitchFamily="50" charset="-128"/>
              </a:rPr>
              <a:t>難しいコース</a:t>
            </a:r>
            <a:endParaRPr kumimoji="1" lang="en-US" altLang="ja-JP" sz="1400" dirty="0">
              <a:solidFill>
                <a:srgbClr val="FF0000"/>
              </a:solidFill>
              <a:latin typeface="HGS創英角ｺﾞｼｯｸUB" panose="020B0900000000000000" pitchFamily="50" charset="-128"/>
              <a:ea typeface="HGS創英角ｺﾞｼｯｸUB" panose="020B0900000000000000" pitchFamily="50" charset="-128"/>
            </a:endParaRPr>
          </a:p>
          <a:p>
            <a:r>
              <a:rPr lang="en-US" altLang="ja-JP" sz="1400" dirty="0">
                <a:latin typeface="HGS創英角ｺﾞｼｯｸUB" panose="020B0900000000000000" pitchFamily="50" charset="-128"/>
                <a:ea typeface="HGS創英角ｺﾞｼｯｸUB" panose="020B0900000000000000" pitchFamily="50" charset="-128"/>
              </a:rPr>
              <a:t>S</a:t>
            </a:r>
            <a:r>
              <a:rPr lang="ja-JP" altLang="en-US" sz="1400" dirty="0">
                <a:latin typeface="HGS創英角ｺﾞｼｯｸUB" panose="020B0900000000000000" pitchFamily="50" charset="-128"/>
                <a:ea typeface="HGS創英角ｺﾞｼｯｸUB" panose="020B0900000000000000" pitchFamily="50" charset="-128"/>
              </a:rPr>
              <a:t>ランク（</a:t>
            </a:r>
            <a:r>
              <a:rPr lang="en-US" altLang="ja-JP" sz="1400" dirty="0">
                <a:latin typeface="HGS創英角ｺﾞｼｯｸUB" panose="020B0900000000000000" pitchFamily="50" charset="-128"/>
                <a:ea typeface="HGS創英角ｺﾞｼｯｸUB" panose="020B0900000000000000" pitchFamily="50" charset="-128"/>
              </a:rPr>
              <a:t>10000</a:t>
            </a:r>
            <a:r>
              <a:rPr lang="ja-JP" altLang="en-US" sz="1400" dirty="0">
                <a:latin typeface="HGS創英角ｺﾞｼｯｸUB" panose="020B0900000000000000" pitchFamily="50" charset="-128"/>
                <a:ea typeface="HGS創英角ｺﾞｼｯｸUB" panose="020B0900000000000000" pitchFamily="50" charset="-128"/>
              </a:rPr>
              <a:t>点以上）</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・なんだろう、チート使うのやめてもらっていいですか？</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・あなたの神プレイに、世界が泣いた</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・作者ドン引き中</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・この完璧さは想定外です。</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en-US" altLang="ja-JP" sz="1400" dirty="0">
                <a:latin typeface="HGS創英角ｺﾞｼｯｸUB" panose="020B0900000000000000" pitchFamily="50" charset="-128"/>
                <a:ea typeface="HGS創英角ｺﾞｼｯｸUB" panose="020B0900000000000000" pitchFamily="50" charset="-128"/>
              </a:rPr>
              <a:t>A</a:t>
            </a:r>
            <a:r>
              <a:rPr kumimoji="1" lang="ja-JP" altLang="en-US" sz="1400" dirty="0">
                <a:latin typeface="HGS創英角ｺﾞｼｯｸUB" panose="020B0900000000000000" pitchFamily="50" charset="-128"/>
                <a:ea typeface="HGS創英角ｺﾞｼｯｸUB" panose="020B0900000000000000" pitchFamily="50" charset="-128"/>
              </a:rPr>
              <a:t>ランク（</a:t>
            </a:r>
            <a:r>
              <a:rPr kumimoji="1" lang="en-US" altLang="ja-JP" sz="1400" dirty="0">
                <a:latin typeface="HGS創英角ｺﾞｼｯｸUB" panose="020B0900000000000000" pitchFamily="50" charset="-128"/>
                <a:ea typeface="HGS創英角ｺﾞｼｯｸUB" panose="020B0900000000000000" pitchFamily="50" charset="-128"/>
              </a:rPr>
              <a:t>9999</a:t>
            </a:r>
            <a:r>
              <a:rPr kumimoji="1" lang="ja-JP" altLang="en-US" sz="1400" dirty="0">
                <a:latin typeface="HGS創英角ｺﾞｼｯｸUB" panose="020B0900000000000000" pitchFamily="50" charset="-128"/>
                <a:ea typeface="HGS創英角ｺﾞｼｯｸUB" panose="020B0900000000000000" pitchFamily="50" charset="-128"/>
              </a:rPr>
              <a:t>～</a:t>
            </a:r>
            <a:r>
              <a:rPr kumimoji="1" lang="en-US" altLang="ja-JP" sz="1400" dirty="0">
                <a:latin typeface="HGS創英角ｺﾞｼｯｸUB" panose="020B0900000000000000" pitchFamily="50" charset="-128"/>
                <a:ea typeface="HGS創英角ｺﾞｼｯｸUB" panose="020B0900000000000000" pitchFamily="50" charset="-128"/>
              </a:rPr>
              <a:t>9000</a:t>
            </a:r>
            <a:r>
              <a:rPr kumimoji="1" lang="ja-JP" altLang="en-US" sz="1400" dirty="0">
                <a:latin typeface="HGS創英角ｺﾞｼｯｸUB" panose="020B0900000000000000" pitchFamily="50" charset="-128"/>
                <a:ea typeface="HGS創英角ｺﾞｼｯｸUB" panose="020B0900000000000000" pitchFamily="50" charset="-128"/>
              </a:rPr>
              <a:t>点）</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・あなたは真の猛者です。</a:t>
            </a:r>
            <a:r>
              <a:rPr lang="en-US" altLang="ja-JP" sz="1400" dirty="0">
                <a:latin typeface="HGS創英角ｺﾞｼｯｸUB" panose="020B0900000000000000" pitchFamily="50" charset="-128"/>
                <a:ea typeface="HGS創英角ｺﾞｼｯｸUB" panose="020B0900000000000000" pitchFamily="50" charset="-128"/>
              </a:rPr>
              <a:t>S</a:t>
            </a:r>
            <a:r>
              <a:rPr lang="ja-JP" altLang="en-US" sz="1400" dirty="0">
                <a:latin typeface="HGS創英角ｺﾞｼｯｸUB" panose="020B0900000000000000" pitchFamily="50" charset="-128"/>
                <a:ea typeface="HGS創英角ｺﾞｼｯｸUB" panose="020B0900000000000000" pitchFamily="50" charset="-128"/>
              </a:rPr>
              <a:t>ランクはすぐそこ！</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・ここまで来るとは・・・感服しました。</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・このステージで</a:t>
            </a:r>
            <a:r>
              <a:rPr lang="en-US" altLang="ja-JP" sz="1400" dirty="0">
                <a:latin typeface="HGS創英角ｺﾞｼｯｸUB" panose="020B0900000000000000" pitchFamily="50" charset="-128"/>
                <a:ea typeface="HGS創英角ｺﾞｼｯｸUB" panose="020B0900000000000000" pitchFamily="50" charset="-128"/>
              </a:rPr>
              <a:t>A</a:t>
            </a:r>
            <a:r>
              <a:rPr lang="ja-JP" altLang="en-US" sz="1400" dirty="0">
                <a:latin typeface="HGS創英角ｺﾞｼｯｸUB" panose="020B0900000000000000" pitchFamily="50" charset="-128"/>
                <a:ea typeface="HGS創英角ｺﾞｼｯｸUB" panose="020B0900000000000000" pitchFamily="50" charset="-128"/>
              </a:rPr>
              <a:t>ランクとは素晴らしい！</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・残るは、神の領域（</a:t>
            </a:r>
            <a:r>
              <a:rPr kumimoji="1" lang="en-US" altLang="ja-JP" sz="1400" dirty="0">
                <a:latin typeface="HGS創英角ｺﾞｼｯｸUB" panose="020B0900000000000000" pitchFamily="50" charset="-128"/>
                <a:ea typeface="HGS創英角ｺﾞｼｯｸUB" panose="020B0900000000000000" pitchFamily="50" charset="-128"/>
              </a:rPr>
              <a:t>S</a:t>
            </a:r>
            <a:r>
              <a:rPr kumimoji="1" lang="ja-JP" altLang="en-US" sz="1400" dirty="0">
                <a:latin typeface="HGS創英角ｺﾞｼｯｸUB" panose="020B0900000000000000" pitchFamily="50" charset="-128"/>
                <a:ea typeface="HGS創英角ｺﾞｼｯｸUB" panose="020B0900000000000000" pitchFamily="50" charset="-128"/>
              </a:rPr>
              <a:t>ランク）のみ。</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en-US" altLang="ja-JP" sz="1400" dirty="0">
                <a:latin typeface="HGS創英角ｺﾞｼｯｸUB" panose="020B0900000000000000" pitchFamily="50" charset="-128"/>
                <a:ea typeface="HGS創英角ｺﾞｼｯｸUB" panose="020B0900000000000000" pitchFamily="50" charset="-128"/>
              </a:rPr>
              <a:t>B</a:t>
            </a:r>
            <a:r>
              <a:rPr lang="ja-JP" altLang="en-US" sz="1400" dirty="0">
                <a:latin typeface="HGS創英角ｺﾞｼｯｸUB" panose="020B0900000000000000" pitchFamily="50" charset="-128"/>
                <a:ea typeface="HGS創英角ｺﾞｼｯｸUB" panose="020B0900000000000000" pitchFamily="50" charset="-128"/>
              </a:rPr>
              <a:t>ランク（</a:t>
            </a:r>
            <a:r>
              <a:rPr lang="en-US" altLang="ja-JP" sz="1400" dirty="0">
                <a:latin typeface="HGS創英角ｺﾞｼｯｸUB" panose="020B0900000000000000" pitchFamily="50" charset="-128"/>
                <a:ea typeface="HGS創英角ｺﾞｼｯｸUB" panose="020B0900000000000000" pitchFamily="50" charset="-128"/>
              </a:rPr>
              <a:t>8999</a:t>
            </a:r>
            <a:r>
              <a:rPr lang="ja-JP" altLang="en-US" sz="1400" dirty="0">
                <a:latin typeface="HGS創英角ｺﾞｼｯｸUB" panose="020B0900000000000000" pitchFamily="50" charset="-128"/>
                <a:ea typeface="HGS創英角ｺﾞｼｯｸUB" panose="020B0900000000000000" pitchFamily="50" charset="-128"/>
              </a:rPr>
              <a:t>点～</a:t>
            </a:r>
            <a:r>
              <a:rPr lang="en-US" altLang="ja-JP" sz="1400" dirty="0">
                <a:latin typeface="HGS創英角ｺﾞｼｯｸUB" panose="020B0900000000000000" pitchFamily="50" charset="-128"/>
                <a:ea typeface="HGS創英角ｺﾞｼｯｸUB" panose="020B0900000000000000" pitchFamily="50" charset="-128"/>
              </a:rPr>
              <a:t>7500</a:t>
            </a:r>
            <a:r>
              <a:rPr lang="ja-JP" altLang="en-US" sz="1400" dirty="0">
                <a:latin typeface="HGS創英角ｺﾞｼｯｸUB" panose="020B0900000000000000" pitchFamily="50" charset="-128"/>
                <a:ea typeface="HGS創英角ｺﾞｼｯｸUB" panose="020B0900000000000000" pitchFamily="50" charset="-128"/>
              </a:rPr>
              <a:t>点）</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・堅実なプレイは嫌いじゃないよ</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・クリアは安定しているね。あとはスピードかな。</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・その集中力を他のことにも活かしてほしい。</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・安定という名の平凡</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en-US" altLang="ja-JP" sz="1400" dirty="0">
                <a:latin typeface="HGS創英角ｺﾞｼｯｸUB" panose="020B0900000000000000" pitchFamily="50" charset="-128"/>
                <a:ea typeface="HGS創英角ｺﾞｼｯｸUB" panose="020B0900000000000000" pitchFamily="50" charset="-128"/>
              </a:rPr>
              <a:t>C</a:t>
            </a:r>
            <a:r>
              <a:rPr kumimoji="1" lang="ja-JP" altLang="en-US" sz="1400" dirty="0">
                <a:latin typeface="HGS創英角ｺﾞｼｯｸUB" panose="020B0900000000000000" pitchFamily="50" charset="-128"/>
                <a:ea typeface="HGS創英角ｺﾞｼｯｸUB" panose="020B0900000000000000" pitchFamily="50" charset="-128"/>
              </a:rPr>
              <a:t>ランク（</a:t>
            </a:r>
            <a:r>
              <a:rPr kumimoji="1" lang="en-US" altLang="ja-JP" sz="1400" dirty="0">
                <a:latin typeface="HGS創英角ｺﾞｼｯｸUB" panose="020B0900000000000000" pitchFamily="50" charset="-128"/>
                <a:ea typeface="HGS創英角ｺﾞｼｯｸUB" panose="020B0900000000000000" pitchFamily="50" charset="-128"/>
              </a:rPr>
              <a:t>7499</a:t>
            </a:r>
            <a:r>
              <a:rPr kumimoji="1" lang="ja-JP" altLang="en-US" sz="1400" dirty="0">
                <a:latin typeface="HGS創英角ｺﾞｼｯｸUB" panose="020B0900000000000000" pitchFamily="50" charset="-128"/>
                <a:ea typeface="HGS創英角ｺﾞｼｯｸUB" panose="020B0900000000000000" pitchFamily="50" charset="-128"/>
              </a:rPr>
              <a:t>点～</a:t>
            </a:r>
            <a:r>
              <a:rPr kumimoji="1" lang="en-US" altLang="ja-JP" sz="1400" dirty="0">
                <a:latin typeface="HGS創英角ｺﾞｼｯｸUB" panose="020B0900000000000000" pitchFamily="50" charset="-128"/>
                <a:ea typeface="HGS創英角ｺﾞｼｯｸUB" panose="020B0900000000000000" pitchFamily="50" charset="-128"/>
              </a:rPr>
              <a:t>6000</a:t>
            </a:r>
            <a:r>
              <a:rPr kumimoji="1" lang="ja-JP" altLang="en-US" sz="1400" dirty="0">
                <a:latin typeface="HGS創英角ｺﾞｼｯｸUB" panose="020B0900000000000000" pitchFamily="50" charset="-128"/>
                <a:ea typeface="HGS創英角ｺﾞｼｯｸUB" panose="020B0900000000000000" pitchFamily="50" charset="-128"/>
              </a:rPr>
              <a:t>点）</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・君が苦戦するのも想定済みだから安心してね</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・とりあえず死亡回数を減らそうか</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・まあ、このステージはこんなもんだよ</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・メンタルをを強くしていこう</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en-US" altLang="ja-JP" sz="1400" dirty="0">
                <a:latin typeface="HGS創英角ｺﾞｼｯｸUB" panose="020B0900000000000000" pitchFamily="50" charset="-128"/>
                <a:ea typeface="HGS創英角ｺﾞｼｯｸUB" panose="020B0900000000000000" pitchFamily="50" charset="-128"/>
              </a:rPr>
              <a:t>D</a:t>
            </a:r>
            <a:r>
              <a:rPr lang="ja-JP" altLang="en-US" sz="1400" dirty="0">
                <a:latin typeface="HGS創英角ｺﾞｼｯｸUB" panose="020B0900000000000000" pitchFamily="50" charset="-128"/>
                <a:ea typeface="HGS創英角ｺﾞｼｯｸUB" panose="020B0900000000000000" pitchFamily="50" charset="-128"/>
              </a:rPr>
              <a:t>ランク（</a:t>
            </a:r>
            <a:r>
              <a:rPr lang="en-US" altLang="ja-JP" sz="1400" dirty="0">
                <a:latin typeface="HGS創英角ｺﾞｼｯｸUB" panose="020B0900000000000000" pitchFamily="50" charset="-128"/>
                <a:ea typeface="HGS創英角ｺﾞｼｯｸUB" panose="020B0900000000000000" pitchFamily="50" charset="-128"/>
              </a:rPr>
              <a:t>5999</a:t>
            </a:r>
            <a:r>
              <a:rPr lang="ja-JP" altLang="en-US" sz="1400" dirty="0">
                <a:latin typeface="HGS創英角ｺﾞｼｯｸUB" panose="020B0900000000000000" pitchFamily="50" charset="-128"/>
                <a:ea typeface="HGS創英角ｺﾞｼｯｸUB" panose="020B0900000000000000" pitchFamily="50" charset="-128"/>
              </a:rPr>
              <a:t>点以下）</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・簡単コースを強く推奨します</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・作者絶句中</a:t>
            </a:r>
            <a:endParaRPr kumimoji="1" lang="en-US" altLang="ja-JP" sz="1400" dirty="0">
              <a:latin typeface="HGS創英角ｺﾞｼｯｸUB" panose="020B0900000000000000" pitchFamily="50" charset="-128"/>
              <a:ea typeface="HGS創英角ｺﾞｼｯｸUB" panose="020B0900000000000000" pitchFamily="50" charset="-128"/>
            </a:endParaRPr>
          </a:p>
          <a:p>
            <a:r>
              <a:rPr lang="ja-JP" altLang="en-US" sz="1400" dirty="0">
                <a:latin typeface="HGS創英角ｺﾞｼｯｸUB" panose="020B0900000000000000" pitchFamily="50" charset="-128"/>
                <a:ea typeface="HGS創英角ｺﾞｼｯｸUB" panose="020B0900000000000000" pitchFamily="50" charset="-128"/>
              </a:rPr>
              <a:t>・ま、まあ、難しいから仕方がないよ・・・</a:t>
            </a:r>
            <a:endParaRPr lang="en-US" altLang="ja-JP" sz="1400" dirty="0">
              <a:latin typeface="HGS創英角ｺﾞｼｯｸUB" panose="020B0900000000000000" pitchFamily="50" charset="-128"/>
              <a:ea typeface="HGS創英角ｺﾞｼｯｸUB" panose="020B0900000000000000" pitchFamily="50" charset="-128"/>
            </a:endParaRPr>
          </a:p>
          <a:p>
            <a:r>
              <a:rPr kumimoji="1" lang="ja-JP" altLang="en-US" sz="1400" dirty="0">
                <a:latin typeface="HGS創英角ｺﾞｼｯｸUB" panose="020B0900000000000000" pitchFamily="50" charset="-128"/>
                <a:ea typeface="HGS創英角ｺﾞｼｯｸUB" panose="020B0900000000000000" pitchFamily="50" charset="-128"/>
              </a:rPr>
              <a:t>・貴方は死んでいったキャラクターの気持ちを考えたことはありますか？</a:t>
            </a:r>
            <a:endParaRPr kumimoji="1" lang="en-US" altLang="ja-JP" sz="1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515929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E2701B2-A4A6-4935-B67E-E5F7755D4136}"/>
              </a:ext>
            </a:extLst>
          </p:cNvPr>
          <p:cNvSpPr txBox="1"/>
          <p:nvPr/>
        </p:nvSpPr>
        <p:spPr>
          <a:xfrm>
            <a:off x="54935" y="161078"/>
            <a:ext cx="12137065" cy="8125301"/>
          </a:xfrm>
          <a:prstGeom prst="rect">
            <a:avLst/>
          </a:prstGeom>
          <a:noFill/>
        </p:spPr>
        <p:txBody>
          <a:bodyPr wrap="square" rtlCol="0">
            <a:spAutoFit/>
          </a:bodyPr>
          <a:lstStyle/>
          <a:p>
            <a:r>
              <a:rPr lang="ja-JP" altLang="en-US" dirty="0"/>
              <a:t>演出について　</a:t>
            </a:r>
            <a:endParaRPr lang="en-US" altLang="ja-JP" dirty="0"/>
          </a:p>
          <a:p>
            <a:r>
              <a:rPr kumimoji="1" lang="ja-JP" altLang="en-US" dirty="0"/>
              <a:t>・死亡演出</a:t>
            </a:r>
            <a:endParaRPr kumimoji="1" lang="en-US" altLang="ja-JP" dirty="0"/>
          </a:p>
          <a:p>
            <a:r>
              <a:rPr kumimoji="1" lang="ja-JP" altLang="en-US" dirty="0"/>
              <a:t>メッセージを出すため、トラップに当たった場合、</a:t>
            </a:r>
            <a:r>
              <a:rPr kumimoji="1" lang="en-US" altLang="ja-JP" dirty="0"/>
              <a:t>BGM</a:t>
            </a:r>
            <a:r>
              <a:rPr kumimoji="1" lang="ja-JP" altLang="en-US" dirty="0"/>
              <a:t>を流しながらキャラが上に上がった後に下に落下して消えていく。（しょぼん参照）</a:t>
            </a:r>
            <a:endParaRPr kumimoji="1" lang="en-US" altLang="ja-JP" dirty="0"/>
          </a:p>
          <a:p>
            <a:r>
              <a:rPr lang="ja-JP" altLang="en-US" dirty="0"/>
              <a:t>マリオや、しょぼんのイメージ。</a:t>
            </a:r>
            <a:endParaRPr lang="en-US" altLang="ja-JP" dirty="0"/>
          </a:p>
          <a:p>
            <a:r>
              <a:rPr lang="ja-JP" altLang="en-US" dirty="0"/>
              <a:t>そのまま画面がフェードアウトして、残りの残機を画面中央に表示→フェードインして、また再開。</a:t>
            </a:r>
            <a:endParaRPr lang="en-US" altLang="ja-JP" dirty="0"/>
          </a:p>
          <a:p>
            <a:r>
              <a:rPr lang="ja-JP" altLang="en-US" dirty="0"/>
              <a:t>テンポ重視のため全体で、約５秒間再開までにかける。</a:t>
            </a:r>
            <a:endParaRPr lang="en-US" altLang="ja-JP" dirty="0"/>
          </a:p>
          <a:p>
            <a:endParaRPr kumimoji="1"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r>
              <a:rPr lang="ja-JP" altLang="en-US" dirty="0"/>
              <a:t>キャラがトラップに接触→</a:t>
            </a:r>
            <a:r>
              <a:rPr lang="en-US" altLang="ja-JP" dirty="0"/>
              <a:t>BGM</a:t>
            </a:r>
            <a:r>
              <a:rPr lang="ja-JP" altLang="en-US" dirty="0"/>
              <a:t>とともにキャラが落下し、消える。→いなくなり、</a:t>
            </a:r>
            <a:r>
              <a:rPr lang="en-US" altLang="ja-JP" dirty="0"/>
              <a:t>BGM</a:t>
            </a:r>
            <a:r>
              <a:rPr lang="ja-JP" altLang="en-US" dirty="0"/>
              <a:t>が消えたらフェードアウト</a:t>
            </a:r>
            <a:endParaRPr lang="en-US" altLang="ja-JP" dirty="0"/>
          </a:p>
          <a:p>
            <a:r>
              <a:rPr lang="ja-JP" altLang="en-US" dirty="0"/>
              <a:t>して遷移。</a:t>
            </a:r>
            <a:endParaRPr lang="en-US" altLang="ja-JP" dirty="0"/>
          </a:p>
          <a:p>
            <a:r>
              <a:rPr kumimoji="1" lang="ja-JP" altLang="en-US" dirty="0"/>
              <a:t>クリア演出について</a:t>
            </a:r>
            <a:endParaRPr kumimoji="1" lang="en-US" altLang="ja-JP" dirty="0"/>
          </a:p>
          <a:p>
            <a:r>
              <a:rPr kumimoji="1" lang="ja-JP" altLang="en-US" dirty="0"/>
              <a:t>キャラクターがＧＯＡＬしたら、　「</a:t>
            </a:r>
            <a:r>
              <a:rPr kumimoji="1" lang="en-US" altLang="ja-JP" dirty="0"/>
              <a:t>GOAL</a:t>
            </a:r>
            <a:r>
              <a:rPr kumimoji="1" lang="ja-JP" altLang="en-US" dirty="0"/>
              <a:t>」と</a:t>
            </a:r>
            <a:r>
              <a:rPr lang="ja-JP" altLang="en-US" dirty="0"/>
              <a:t>画面中央に大きく文字を出し、</a:t>
            </a:r>
            <a:r>
              <a:rPr kumimoji="1" lang="ja-JP" altLang="en-US" dirty="0"/>
              <a:t>ＢＧＭ</a:t>
            </a:r>
            <a:r>
              <a:rPr lang="ja-JP" altLang="en-US" dirty="0"/>
              <a:t>を流す。（</a:t>
            </a:r>
            <a:r>
              <a:rPr lang="en-US" altLang="ja-JP" dirty="0"/>
              <a:t>3</a:t>
            </a:r>
            <a:r>
              <a:rPr lang="ja-JP" altLang="en-US" dirty="0"/>
              <a:t>秒間）</a:t>
            </a:r>
            <a:endParaRPr lang="en-US" altLang="ja-JP" dirty="0"/>
          </a:p>
          <a:p>
            <a:r>
              <a:rPr lang="ja-JP" altLang="en-US" dirty="0"/>
              <a:t>その後、リザルト画面に遷移する。　</a:t>
            </a:r>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ja-JP" altLang="en-US" dirty="0"/>
          </a:p>
        </p:txBody>
      </p:sp>
      <p:pic>
        <p:nvPicPr>
          <p:cNvPr id="4" name="図 3">
            <a:extLst>
              <a:ext uri="{FF2B5EF4-FFF2-40B4-BE49-F238E27FC236}">
                <a16:creationId xmlns:a16="http://schemas.microsoft.com/office/drawing/2014/main" id="{F1D4F288-A365-4D05-81FD-96CA39D1B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737" y="2703934"/>
            <a:ext cx="4120014" cy="2316306"/>
          </a:xfrm>
          <a:prstGeom prst="rect">
            <a:avLst/>
          </a:prstGeom>
        </p:spPr>
      </p:pic>
      <p:pic>
        <p:nvPicPr>
          <p:cNvPr id="8" name="図 7">
            <a:extLst>
              <a:ext uri="{FF2B5EF4-FFF2-40B4-BE49-F238E27FC236}">
                <a16:creationId xmlns:a16="http://schemas.microsoft.com/office/drawing/2014/main" id="{21390791-09BF-4FD0-AF38-6BB34FA7FFDA}"/>
              </a:ext>
            </a:extLst>
          </p:cNvPr>
          <p:cNvPicPr>
            <a:picLocks noChangeAspect="1"/>
          </p:cNvPicPr>
          <p:nvPr/>
        </p:nvPicPr>
        <p:blipFill>
          <a:blip r:embed="rId3"/>
          <a:stretch>
            <a:fillRect/>
          </a:stretch>
        </p:blipFill>
        <p:spPr>
          <a:xfrm>
            <a:off x="4911364" y="2145368"/>
            <a:ext cx="4523955" cy="2874872"/>
          </a:xfrm>
          <a:prstGeom prst="rect">
            <a:avLst/>
          </a:prstGeom>
        </p:spPr>
      </p:pic>
      <p:sp>
        <p:nvSpPr>
          <p:cNvPr id="9" name="テキスト ボックス 8">
            <a:extLst>
              <a:ext uri="{FF2B5EF4-FFF2-40B4-BE49-F238E27FC236}">
                <a16:creationId xmlns:a16="http://schemas.microsoft.com/office/drawing/2014/main" id="{813DE6C7-ECD3-4E62-BEB9-AC9B4AD12D45}"/>
              </a:ext>
            </a:extLst>
          </p:cNvPr>
          <p:cNvSpPr txBox="1"/>
          <p:nvPr/>
        </p:nvSpPr>
        <p:spPr>
          <a:xfrm>
            <a:off x="9991060" y="2703934"/>
            <a:ext cx="2200940" cy="646331"/>
          </a:xfrm>
          <a:prstGeom prst="rect">
            <a:avLst/>
          </a:prstGeom>
          <a:noFill/>
        </p:spPr>
        <p:txBody>
          <a:bodyPr wrap="square" rtlCol="0">
            <a:spAutoFit/>
          </a:bodyPr>
          <a:lstStyle/>
          <a:p>
            <a:r>
              <a:rPr kumimoji="1" lang="ja-JP" altLang="en-US" dirty="0"/>
              <a:t>この画面は</a:t>
            </a:r>
            <a:endParaRPr kumimoji="1" lang="en-US" altLang="ja-JP" dirty="0"/>
          </a:p>
          <a:p>
            <a:r>
              <a:rPr lang="ja-JP" altLang="en-US" dirty="0"/>
              <a:t>１秒表示</a:t>
            </a:r>
            <a:endParaRPr kumimoji="1" lang="ja-JP" altLang="en-US" dirty="0"/>
          </a:p>
        </p:txBody>
      </p:sp>
      <p:cxnSp>
        <p:nvCxnSpPr>
          <p:cNvPr id="11" name="直線矢印コネクタ 10">
            <a:extLst>
              <a:ext uri="{FF2B5EF4-FFF2-40B4-BE49-F238E27FC236}">
                <a16:creationId xmlns:a16="http://schemas.microsoft.com/office/drawing/2014/main" id="{32E08B2F-F575-4D8B-800A-5DB0696E4D15}"/>
              </a:ext>
            </a:extLst>
          </p:cNvPr>
          <p:cNvCxnSpPr>
            <a:cxnSpLocks/>
          </p:cNvCxnSpPr>
          <p:nvPr/>
        </p:nvCxnSpPr>
        <p:spPr>
          <a:xfrm flipH="1">
            <a:off x="9680946" y="3141921"/>
            <a:ext cx="26581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D2F70924-040D-4269-959C-B763D7E98A11}"/>
              </a:ext>
            </a:extLst>
          </p:cNvPr>
          <p:cNvSpPr txBox="1"/>
          <p:nvPr/>
        </p:nvSpPr>
        <p:spPr>
          <a:xfrm>
            <a:off x="9746511" y="3350265"/>
            <a:ext cx="2445489" cy="1754326"/>
          </a:xfrm>
          <a:prstGeom prst="rect">
            <a:avLst/>
          </a:prstGeom>
          <a:noFill/>
        </p:spPr>
        <p:txBody>
          <a:bodyPr wrap="square" rtlCol="0">
            <a:spAutoFit/>
          </a:bodyPr>
          <a:lstStyle/>
          <a:p>
            <a:r>
              <a:rPr kumimoji="1" lang="ja-JP" altLang="en-US" dirty="0"/>
              <a:t>残り残機が１の時は</a:t>
            </a:r>
            <a:endParaRPr kumimoji="1" lang="en-US" altLang="ja-JP" dirty="0"/>
          </a:p>
          <a:p>
            <a:r>
              <a:rPr lang="ja-JP" altLang="en-US" dirty="0"/>
              <a:t>ピンチ演出として、</a:t>
            </a:r>
            <a:endParaRPr lang="en-US" altLang="ja-JP" dirty="0"/>
          </a:p>
          <a:p>
            <a:r>
              <a:rPr kumimoji="1" lang="ja-JP" altLang="en-US" dirty="0"/>
              <a:t>キャラの絵と</a:t>
            </a:r>
            <a:r>
              <a:rPr kumimoji="1" lang="en-US" altLang="ja-JP" dirty="0"/>
              <a:t>×</a:t>
            </a:r>
            <a:r>
              <a:rPr kumimoji="1" lang="ja-JP" altLang="en-US" dirty="0"/>
              <a:t>１の文字を点滅させて</a:t>
            </a:r>
            <a:r>
              <a:rPr kumimoji="1" lang="en-US" altLang="ja-JP" dirty="0"/>
              <a:t>BGM</a:t>
            </a:r>
            <a:r>
              <a:rPr kumimoji="1" lang="ja-JP" altLang="en-US" dirty="0"/>
              <a:t>とともに</a:t>
            </a:r>
            <a:r>
              <a:rPr kumimoji="1" lang="en-US" altLang="ja-JP" dirty="0"/>
              <a:t>2</a:t>
            </a:r>
            <a:r>
              <a:rPr lang="en-US" altLang="ja-JP" dirty="0"/>
              <a:t>~</a:t>
            </a:r>
            <a:r>
              <a:rPr lang="ja-JP" altLang="en-US" dirty="0"/>
              <a:t>３秒と長く演出する。</a:t>
            </a:r>
            <a:endParaRPr kumimoji="1" lang="ja-JP" altLang="en-US" dirty="0"/>
          </a:p>
        </p:txBody>
      </p:sp>
    </p:spTree>
    <p:extLst>
      <p:ext uri="{BB962C8B-B14F-4D97-AF65-F5344CB8AC3E}">
        <p14:creationId xmlns:p14="http://schemas.microsoft.com/office/powerpoint/2010/main" val="2543442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27CA77-C0ED-439D-89F3-C8CBE135BFD1}"/>
              </a:ext>
            </a:extLst>
          </p:cNvPr>
          <p:cNvSpPr txBox="1"/>
          <p:nvPr/>
        </p:nvSpPr>
        <p:spPr>
          <a:xfrm>
            <a:off x="1158949" y="542260"/>
            <a:ext cx="9282223" cy="5078313"/>
          </a:xfrm>
          <a:prstGeom prst="rect">
            <a:avLst/>
          </a:prstGeom>
          <a:noFill/>
        </p:spPr>
        <p:txBody>
          <a:bodyPr wrap="square" rtlCol="0">
            <a:spAutoFit/>
          </a:bodyPr>
          <a:lstStyle/>
          <a:p>
            <a:r>
              <a:rPr kumimoji="1" lang="ja-JP" altLang="en-US" dirty="0"/>
              <a:t>ゲームオーバー画面の一言メッセージ案</a:t>
            </a:r>
            <a:endParaRPr lang="en-US" altLang="ja-JP" dirty="0"/>
          </a:p>
          <a:p>
            <a:r>
              <a:rPr kumimoji="1" lang="ja-JP" altLang="en-US" dirty="0"/>
              <a:t>メッセージはプレイヤーの心に刺さるようなメタ的内容にし、初回は固定のメッセージで、それ以降はランダムなメッセージを５回ゲームオーバー毎に表示する。</a:t>
            </a:r>
            <a:endParaRPr kumimoji="1" lang="en-US" altLang="ja-JP" dirty="0"/>
          </a:p>
          <a:p>
            <a:endParaRPr lang="en-US" altLang="ja-JP" dirty="0"/>
          </a:p>
          <a:p>
            <a:pPr algn="ctr"/>
            <a:r>
              <a:rPr kumimoji="1" lang="ja-JP" altLang="en-US" dirty="0"/>
              <a:t>内容：</a:t>
            </a:r>
            <a:r>
              <a:rPr lang="ja-JP" altLang="en-US" dirty="0"/>
              <a:t>初回：「記念すべき初のゲームオーバーおめでとう！」</a:t>
            </a:r>
            <a:endParaRPr lang="en-US" altLang="ja-JP" dirty="0"/>
          </a:p>
          <a:p>
            <a:pPr algn="ctr"/>
            <a:r>
              <a:rPr lang="ja-JP" altLang="en-US" dirty="0"/>
              <a:t>他メッセージ：・「君は毎回死んでいるキャラの気持ちを考えたことはあるかい？」</a:t>
            </a:r>
            <a:endParaRPr lang="en-US" altLang="ja-JP" dirty="0"/>
          </a:p>
          <a:p>
            <a:r>
              <a:rPr lang="ja-JP" altLang="en-US" dirty="0"/>
              <a:t>・「ドンマイ！元気出して」</a:t>
            </a:r>
            <a:endParaRPr lang="en-US" altLang="ja-JP" dirty="0"/>
          </a:p>
          <a:p>
            <a:r>
              <a:rPr lang="ja-JP" altLang="en-US" dirty="0"/>
              <a:t>・「完」</a:t>
            </a:r>
            <a:endParaRPr lang="en-US" altLang="ja-JP" dirty="0"/>
          </a:p>
          <a:p>
            <a:r>
              <a:rPr lang="ja-JP" altLang="en-US" dirty="0"/>
              <a:t>・「果たして、この死は意味があったのか」</a:t>
            </a:r>
            <a:endParaRPr lang="en-US" altLang="ja-JP" dirty="0"/>
          </a:p>
          <a:p>
            <a:r>
              <a:rPr lang="ja-JP" altLang="en-US" dirty="0"/>
              <a:t>・「この死が君を強くする」</a:t>
            </a:r>
            <a:endParaRPr lang="en-US" altLang="ja-JP" dirty="0"/>
          </a:p>
          <a:p>
            <a:r>
              <a:rPr lang="ja-JP" altLang="en-US" dirty="0"/>
              <a:t>・「止まるんじゃねぇぞ・・・」</a:t>
            </a:r>
            <a:endParaRPr lang="en-US" altLang="ja-JP" dirty="0"/>
          </a:p>
          <a:p>
            <a:r>
              <a:rPr lang="ja-JP" altLang="en-US" dirty="0"/>
              <a:t>・「疲れてるんじゃない？」</a:t>
            </a:r>
            <a:endParaRPr lang="en-US" altLang="ja-JP" dirty="0"/>
          </a:p>
          <a:p>
            <a:r>
              <a:rPr lang="ja-JP" altLang="en-US" dirty="0"/>
              <a:t>・「過去の屍を越えてゆけ」</a:t>
            </a:r>
            <a:endParaRPr lang="en-US" altLang="ja-JP" dirty="0"/>
          </a:p>
          <a:p>
            <a:r>
              <a:rPr lang="ja-JP" altLang="en-US" dirty="0"/>
              <a:t>・「泣かないで</a:t>
            </a:r>
            <a:r>
              <a:rPr lang="en-US" altLang="ja-JP" dirty="0"/>
              <a:t>…</a:t>
            </a:r>
            <a:r>
              <a:rPr lang="ja-JP" altLang="en-US" dirty="0"/>
              <a:t>」</a:t>
            </a:r>
            <a:endParaRPr lang="en-US" altLang="ja-JP" dirty="0"/>
          </a:p>
          <a:p>
            <a:endParaRPr lang="en-US" altLang="ja-JP" dirty="0"/>
          </a:p>
          <a:p>
            <a:endParaRPr lang="en-US" altLang="ja-JP" dirty="0"/>
          </a:p>
          <a:p>
            <a:pPr algn="ctr"/>
            <a:endParaRPr lang="en-US" altLang="ja-JP" dirty="0"/>
          </a:p>
          <a:p>
            <a:endParaRPr kumimoji="1" lang="en-US" altLang="ja-JP" dirty="0"/>
          </a:p>
        </p:txBody>
      </p:sp>
    </p:spTree>
    <p:extLst>
      <p:ext uri="{BB962C8B-B14F-4D97-AF65-F5344CB8AC3E}">
        <p14:creationId xmlns:p14="http://schemas.microsoft.com/office/powerpoint/2010/main" val="1993933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6FF302D-55ED-4B70-B7E7-5F3B05F9EAA3}"/>
              </a:ext>
            </a:extLst>
          </p:cNvPr>
          <p:cNvSpPr txBox="1"/>
          <p:nvPr/>
        </p:nvSpPr>
        <p:spPr>
          <a:xfrm>
            <a:off x="494414" y="483781"/>
            <a:ext cx="10175358" cy="369332"/>
          </a:xfrm>
          <a:prstGeom prst="rect">
            <a:avLst/>
          </a:prstGeom>
          <a:noFill/>
        </p:spPr>
        <p:txBody>
          <a:bodyPr wrap="square" rtlCol="0">
            <a:spAutoFit/>
          </a:bodyPr>
          <a:lstStyle/>
          <a:p>
            <a:r>
              <a:rPr kumimoji="1" lang="ja-JP" altLang="en-US" dirty="0"/>
              <a:t>リトライボタンについての仕様</a:t>
            </a:r>
            <a:endParaRPr kumimoji="1" lang="en-US" altLang="ja-JP" dirty="0"/>
          </a:p>
        </p:txBody>
      </p:sp>
      <p:sp>
        <p:nvSpPr>
          <p:cNvPr id="3" name="テキスト ボックス 2">
            <a:extLst>
              <a:ext uri="{FF2B5EF4-FFF2-40B4-BE49-F238E27FC236}">
                <a16:creationId xmlns:a16="http://schemas.microsoft.com/office/drawing/2014/main" id="{CE32E243-A43A-42B1-885D-D805370F7A61}"/>
              </a:ext>
            </a:extLst>
          </p:cNvPr>
          <p:cNvSpPr txBox="1"/>
          <p:nvPr/>
        </p:nvSpPr>
        <p:spPr>
          <a:xfrm>
            <a:off x="574158" y="935665"/>
            <a:ext cx="10903689" cy="1477328"/>
          </a:xfrm>
          <a:prstGeom prst="rect">
            <a:avLst/>
          </a:prstGeom>
          <a:noFill/>
        </p:spPr>
        <p:txBody>
          <a:bodyPr wrap="square" rtlCol="0">
            <a:spAutoFit/>
          </a:bodyPr>
          <a:lstStyle/>
          <a:p>
            <a:r>
              <a:rPr kumimoji="1" lang="ja-JP" altLang="en-US" dirty="0"/>
              <a:t>・</a:t>
            </a:r>
            <a:r>
              <a:rPr kumimoji="1" lang="en-US" altLang="ja-JP" dirty="0"/>
              <a:t>R</a:t>
            </a:r>
            <a:r>
              <a:rPr kumimoji="1" lang="ja-JP" altLang="en-US" dirty="0"/>
              <a:t>ボタン</a:t>
            </a:r>
            <a:r>
              <a:rPr kumimoji="1" lang="en-US" altLang="ja-JP" dirty="0"/>
              <a:t>[</a:t>
            </a:r>
            <a:r>
              <a:rPr kumimoji="1" lang="ja-JP" altLang="en-US" dirty="0"/>
              <a:t>リトライ</a:t>
            </a:r>
            <a:r>
              <a:rPr kumimoji="1" lang="en-US" altLang="ja-JP" dirty="0"/>
              <a:t>]</a:t>
            </a:r>
            <a:r>
              <a:rPr lang="en-US" altLang="ja-JP" dirty="0"/>
              <a:t>:</a:t>
            </a:r>
            <a:r>
              <a:rPr kumimoji="1" lang="ja-JP" altLang="en-US" dirty="0"/>
              <a:t>そのステージの</a:t>
            </a:r>
            <a:r>
              <a:rPr lang="ja-JP" altLang="en-US" dirty="0"/>
              <a:t>最初からスタート</a:t>
            </a:r>
            <a:endParaRPr lang="en-US" altLang="ja-JP" dirty="0"/>
          </a:p>
          <a:p>
            <a:r>
              <a:rPr kumimoji="1" lang="ja-JP" altLang="en-US" dirty="0"/>
              <a:t>・</a:t>
            </a:r>
            <a:r>
              <a:rPr kumimoji="1" lang="en-US" altLang="ja-JP" dirty="0"/>
              <a:t>T</a:t>
            </a:r>
            <a:r>
              <a:rPr kumimoji="1" lang="ja-JP" altLang="en-US" dirty="0"/>
              <a:t>ボタン</a:t>
            </a:r>
            <a:r>
              <a:rPr kumimoji="1" lang="en-US" altLang="ja-JP" dirty="0"/>
              <a:t>[</a:t>
            </a:r>
            <a:r>
              <a:rPr kumimoji="1" lang="ja-JP" altLang="en-US" dirty="0"/>
              <a:t>タイトル</a:t>
            </a:r>
            <a:r>
              <a:rPr kumimoji="1" lang="en-US" altLang="ja-JP" dirty="0"/>
              <a:t>]</a:t>
            </a:r>
            <a:r>
              <a:rPr lang="ja-JP" altLang="en-US" dirty="0"/>
              <a:t>：タイトルに戻る</a:t>
            </a:r>
            <a:endParaRPr lang="en-US" altLang="ja-JP" dirty="0"/>
          </a:p>
          <a:p>
            <a:r>
              <a:rPr kumimoji="1" lang="ja-JP" altLang="en-US" dirty="0"/>
              <a:t>・</a:t>
            </a:r>
            <a:r>
              <a:rPr kumimoji="1" lang="en-US" altLang="ja-JP" dirty="0"/>
              <a:t>E</a:t>
            </a:r>
            <a:r>
              <a:rPr kumimoji="1" lang="ja-JP" altLang="en-US" dirty="0"/>
              <a:t>ボタン</a:t>
            </a:r>
            <a:r>
              <a:rPr kumimoji="1" lang="en-US" altLang="ja-JP" dirty="0"/>
              <a:t>[</a:t>
            </a:r>
            <a:r>
              <a:rPr kumimoji="1" lang="ja-JP" altLang="en-US" dirty="0"/>
              <a:t>ステージ選択</a:t>
            </a:r>
            <a:r>
              <a:rPr lang="en-US" altLang="ja-JP" dirty="0"/>
              <a:t>]:</a:t>
            </a:r>
            <a:r>
              <a:rPr lang="ja-JP" altLang="en-US" dirty="0"/>
              <a:t>ステージ選択に戻る。</a:t>
            </a:r>
            <a:endParaRPr lang="en-US" altLang="ja-JP" dirty="0"/>
          </a:p>
          <a:p>
            <a:r>
              <a:rPr lang="en-US" altLang="ja-JP" dirty="0"/>
              <a:t>※</a:t>
            </a:r>
            <a:r>
              <a:rPr lang="ja-JP" altLang="en-US" dirty="0"/>
              <a:t>いずれのボタン選択した場合でも、遷移演出は他と同じとする。</a:t>
            </a:r>
            <a:endParaRPr lang="en-US" altLang="ja-JP" dirty="0"/>
          </a:p>
          <a:p>
            <a:r>
              <a:rPr lang="ja-JP" altLang="en-US" dirty="0"/>
              <a:t>また、上記の文字を画面隅に表示して、プレイヤーが把握できるようにする。</a:t>
            </a:r>
            <a:endParaRPr lang="en-US" altLang="ja-JP" dirty="0"/>
          </a:p>
        </p:txBody>
      </p:sp>
    </p:spTree>
    <p:extLst>
      <p:ext uri="{BB962C8B-B14F-4D97-AF65-F5344CB8AC3E}">
        <p14:creationId xmlns:p14="http://schemas.microsoft.com/office/powerpoint/2010/main" val="121696516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3591</TotalTime>
  <Words>1800</Words>
  <Application>Microsoft Office PowerPoint</Application>
  <PresentationFormat>ワイド画面</PresentationFormat>
  <Paragraphs>251</Paragraphs>
  <Slides>13</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HGS創英角ｺﾞｼｯｸUB</vt:lpstr>
      <vt:lpstr>HG丸ｺﾞｼｯｸM-PRO</vt:lpstr>
      <vt:lpstr>HG創英角ｺﾞｼｯｸUB</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student</dc:creator>
  <cp:lastModifiedBy>student</cp:lastModifiedBy>
  <cp:revision>213</cp:revision>
  <dcterms:created xsi:type="dcterms:W3CDTF">2025-11-04T04:15:01Z</dcterms:created>
  <dcterms:modified xsi:type="dcterms:W3CDTF">2026-01-21T05:29:07Z</dcterms:modified>
</cp:coreProperties>
</file>